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85" r:id="rId4"/>
    <p:sldId id="290" r:id="rId5"/>
    <p:sldId id="284" r:id="rId6"/>
    <p:sldId id="287" r:id="rId7"/>
    <p:sldId id="278" r:id="rId8"/>
    <p:sldId id="286" r:id="rId9"/>
    <p:sldId id="297" r:id="rId10"/>
    <p:sldId id="271" r:id="rId11"/>
    <p:sldId id="293" r:id="rId12"/>
    <p:sldId id="258" r:id="rId13"/>
    <p:sldId id="259" r:id="rId14"/>
    <p:sldId id="279" r:id="rId15"/>
    <p:sldId id="260" r:id="rId16"/>
    <p:sldId id="261" r:id="rId17"/>
    <p:sldId id="267" r:id="rId18"/>
    <p:sldId id="292" r:id="rId19"/>
    <p:sldId id="301" r:id="rId20"/>
    <p:sldId id="273" r:id="rId21"/>
    <p:sldId id="274" r:id="rId22"/>
    <p:sldId id="275" r:id="rId23"/>
    <p:sldId id="298" r:id="rId24"/>
    <p:sldId id="280" r:id="rId25"/>
    <p:sldId id="288" r:id="rId26"/>
    <p:sldId id="289" r:id="rId27"/>
    <p:sldId id="277" r:id="rId28"/>
    <p:sldId id="281" r:id="rId29"/>
    <p:sldId id="296" r:id="rId30"/>
    <p:sldId id="299" r:id="rId31"/>
    <p:sldId id="283" r:id="rId32"/>
    <p:sldId id="282" r:id="rId33"/>
    <p:sldId id="291" r:id="rId34"/>
    <p:sldId id="300" r:id="rId35"/>
    <p:sldId id="294" r:id="rId36"/>
    <p:sldId id="270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svg"/><Relationship Id="rId1" Type="http://schemas.openxmlformats.org/officeDocument/2006/relationships/image" Target="../media/image6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svg"/><Relationship Id="rId1" Type="http://schemas.openxmlformats.org/officeDocument/2006/relationships/image" Target="../media/image6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EFD3C6-EA85-443B-8731-A647F751DA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170B6CF-2507-4D8C-BD69-8C5AE210D3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Contexte / Problématique</a:t>
          </a:r>
        </a:p>
      </dgm:t>
    </dgm:pt>
    <dgm:pt modelId="{6BBE5D05-C9CD-4344-87A5-C9F776D7E077}" type="parTrans" cxnId="{72380E0A-DA8F-4382-96AF-68EC6F17FD0A}">
      <dgm:prSet/>
      <dgm:spPr/>
      <dgm:t>
        <a:bodyPr/>
        <a:lstStyle/>
        <a:p>
          <a:endParaRPr lang="en-US"/>
        </a:p>
      </dgm:t>
    </dgm:pt>
    <dgm:pt modelId="{2DF894FD-0EB7-49F0-AF62-28F44C19E44B}" type="sibTrans" cxnId="{72380E0A-DA8F-4382-96AF-68EC6F17FD0A}">
      <dgm:prSet/>
      <dgm:spPr/>
      <dgm:t>
        <a:bodyPr/>
        <a:lstStyle/>
        <a:p>
          <a:endParaRPr lang="en-US"/>
        </a:p>
      </dgm:t>
    </dgm:pt>
    <dgm:pt modelId="{A8E5E73E-AE68-4D2D-9571-DA5A90EC93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Objectifs du projet</a:t>
          </a:r>
        </a:p>
      </dgm:t>
    </dgm:pt>
    <dgm:pt modelId="{4F2F3A0B-61D8-4E15-8EBF-786638FD8AC9}" type="parTrans" cxnId="{8BFD5ABD-DFC0-4515-87B1-93996B228C38}">
      <dgm:prSet/>
      <dgm:spPr/>
      <dgm:t>
        <a:bodyPr/>
        <a:lstStyle/>
        <a:p>
          <a:endParaRPr lang="en-US"/>
        </a:p>
      </dgm:t>
    </dgm:pt>
    <dgm:pt modelId="{1869DA73-9346-4975-852A-682A154A2E08}" type="sibTrans" cxnId="{8BFD5ABD-DFC0-4515-87B1-93996B228C38}">
      <dgm:prSet/>
      <dgm:spPr/>
      <dgm:t>
        <a:bodyPr/>
        <a:lstStyle/>
        <a:p>
          <a:endParaRPr lang="en-US"/>
        </a:p>
      </dgm:t>
    </dgm:pt>
    <dgm:pt modelId="{1F0FB1C7-B83C-4879-87F9-7FF0EDFDB3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Architecture générale </a:t>
          </a:r>
        </a:p>
      </dgm:t>
    </dgm:pt>
    <dgm:pt modelId="{7423638B-9F77-4032-8690-BA76D647F501}" type="parTrans" cxnId="{E2A556D0-865B-4D1E-B15E-133DA0E77AA4}">
      <dgm:prSet/>
      <dgm:spPr/>
      <dgm:t>
        <a:bodyPr/>
        <a:lstStyle/>
        <a:p>
          <a:endParaRPr lang="en-US"/>
        </a:p>
      </dgm:t>
    </dgm:pt>
    <dgm:pt modelId="{6264F790-19C7-402A-A4BA-6C60691DFE64}" type="sibTrans" cxnId="{E2A556D0-865B-4D1E-B15E-133DA0E77AA4}">
      <dgm:prSet/>
      <dgm:spPr/>
      <dgm:t>
        <a:bodyPr/>
        <a:lstStyle/>
        <a:p>
          <a:endParaRPr lang="en-US"/>
        </a:p>
      </dgm:t>
    </dgm:pt>
    <dgm:pt modelId="{5E92396C-45AA-4A04-95A9-D45438B0B7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Technologies Utilisées</a:t>
          </a:r>
        </a:p>
      </dgm:t>
    </dgm:pt>
    <dgm:pt modelId="{1BD3178C-9432-45EC-B5FC-6432DA909A24}" type="parTrans" cxnId="{C204C549-AB62-49B7-891A-2C503D5BFD02}">
      <dgm:prSet/>
      <dgm:spPr/>
      <dgm:t>
        <a:bodyPr/>
        <a:lstStyle/>
        <a:p>
          <a:endParaRPr lang="en-US"/>
        </a:p>
      </dgm:t>
    </dgm:pt>
    <dgm:pt modelId="{B93A2F9D-E60E-4946-9CB8-CB9489C00860}" type="sibTrans" cxnId="{C204C549-AB62-49B7-891A-2C503D5BFD02}">
      <dgm:prSet/>
      <dgm:spPr/>
      <dgm:t>
        <a:bodyPr/>
        <a:lstStyle/>
        <a:p>
          <a:endParaRPr lang="en-US"/>
        </a:p>
      </dgm:t>
    </dgm:pt>
    <dgm:pt modelId="{B9BDF01D-A234-4882-8FF6-4049A4BDC0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Fonctionnement de l’application</a:t>
          </a:r>
        </a:p>
      </dgm:t>
    </dgm:pt>
    <dgm:pt modelId="{2BFA871E-1BFA-4AA9-B357-D2AE7BD45E75}" type="parTrans" cxnId="{25E58E0A-062E-41D9-87EC-3913CAFD6F41}">
      <dgm:prSet/>
      <dgm:spPr/>
      <dgm:t>
        <a:bodyPr/>
        <a:lstStyle/>
        <a:p>
          <a:endParaRPr lang="en-US"/>
        </a:p>
      </dgm:t>
    </dgm:pt>
    <dgm:pt modelId="{42A40B45-0D3F-435A-A444-0D54DE9BA1DD}" type="sibTrans" cxnId="{25E58E0A-062E-41D9-87EC-3913CAFD6F41}">
      <dgm:prSet/>
      <dgm:spPr/>
      <dgm:t>
        <a:bodyPr/>
        <a:lstStyle/>
        <a:p>
          <a:endParaRPr lang="en-US"/>
        </a:p>
      </dgm:t>
    </dgm:pt>
    <dgm:pt modelId="{573C3B0F-D5B6-4B24-8755-FA75415998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Interface utilisateur</a:t>
          </a:r>
        </a:p>
      </dgm:t>
    </dgm:pt>
    <dgm:pt modelId="{DE561725-4D2A-49DA-B542-2DC5D5E52E93}" type="parTrans" cxnId="{44F9C224-4E62-46BC-BDF7-1F46D4573B13}">
      <dgm:prSet/>
      <dgm:spPr/>
      <dgm:t>
        <a:bodyPr/>
        <a:lstStyle/>
        <a:p>
          <a:endParaRPr lang="en-US"/>
        </a:p>
      </dgm:t>
    </dgm:pt>
    <dgm:pt modelId="{9EE8A684-FCCE-4B41-BC73-F40092B1C722}" type="sibTrans" cxnId="{44F9C224-4E62-46BC-BDF7-1F46D4573B13}">
      <dgm:prSet/>
      <dgm:spPr/>
      <dgm:t>
        <a:bodyPr/>
        <a:lstStyle/>
        <a:p>
          <a:endParaRPr lang="en-US"/>
        </a:p>
      </dgm:t>
    </dgm:pt>
    <dgm:pt modelId="{3F8AEDC4-6966-4968-ADC5-56AE94D77F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Difficultés rencontrées / Correctif</a:t>
          </a:r>
        </a:p>
      </dgm:t>
    </dgm:pt>
    <dgm:pt modelId="{C30370BE-2299-465A-B486-6DD1730491D5}" type="parTrans" cxnId="{F5B9146B-5853-4A1B-87B7-51179A6D03D2}">
      <dgm:prSet/>
      <dgm:spPr/>
      <dgm:t>
        <a:bodyPr/>
        <a:lstStyle/>
        <a:p>
          <a:endParaRPr lang="en-US"/>
        </a:p>
      </dgm:t>
    </dgm:pt>
    <dgm:pt modelId="{50E6D132-D043-4017-ABF6-E0BCD79307CF}" type="sibTrans" cxnId="{F5B9146B-5853-4A1B-87B7-51179A6D03D2}">
      <dgm:prSet/>
      <dgm:spPr/>
      <dgm:t>
        <a:bodyPr/>
        <a:lstStyle/>
        <a:p>
          <a:endParaRPr lang="en-US"/>
        </a:p>
      </dgm:t>
    </dgm:pt>
    <dgm:pt modelId="{77C0AFB4-F031-4F6A-B5BC-3E9DB7ED46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Conclusion </a:t>
          </a:r>
        </a:p>
      </dgm:t>
    </dgm:pt>
    <dgm:pt modelId="{7C5AC557-558E-4F41-89AA-D79D6796C44F}" type="parTrans" cxnId="{F2740F61-9089-4D86-98C4-7DF5D8A61222}">
      <dgm:prSet/>
      <dgm:spPr/>
      <dgm:t>
        <a:bodyPr/>
        <a:lstStyle/>
        <a:p>
          <a:endParaRPr lang="en-US"/>
        </a:p>
      </dgm:t>
    </dgm:pt>
    <dgm:pt modelId="{D74217D6-CB24-48DC-8914-F96521371E7E}" type="sibTrans" cxnId="{F2740F61-9089-4D86-98C4-7DF5D8A61222}">
      <dgm:prSet/>
      <dgm:spPr/>
      <dgm:t>
        <a:bodyPr/>
        <a:lstStyle/>
        <a:p>
          <a:endParaRPr lang="en-US"/>
        </a:p>
      </dgm:t>
    </dgm:pt>
    <dgm:pt modelId="{F426DD7B-BCB2-4008-8219-0256640224B7}">
      <dgm:prSet phldrT="[Texte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noProof="0" dirty="0"/>
            <a:t>Diagrammes</a:t>
          </a:r>
        </a:p>
      </dgm:t>
    </dgm:pt>
    <dgm:pt modelId="{99FE47E3-341C-449D-90D0-40787C9FE131}" type="parTrans" cxnId="{EFA08245-A093-4AF6-B54C-A533FCE5BEDC}">
      <dgm:prSet/>
      <dgm:spPr/>
      <dgm:t>
        <a:bodyPr/>
        <a:lstStyle/>
        <a:p>
          <a:endParaRPr lang="fr-FR"/>
        </a:p>
      </dgm:t>
    </dgm:pt>
    <dgm:pt modelId="{E95F5CEB-BF31-4051-A3E3-2732887DE1A0}" type="sibTrans" cxnId="{EFA08245-A093-4AF6-B54C-A533FCE5BEDC}">
      <dgm:prSet/>
      <dgm:spPr/>
      <dgm:t>
        <a:bodyPr/>
        <a:lstStyle/>
        <a:p>
          <a:endParaRPr lang="fr-FR"/>
        </a:p>
      </dgm:t>
    </dgm:pt>
    <dgm:pt modelId="{0E9F1889-0871-41AA-BD98-FCF8F6A9F23A}">
      <dgm:prSet phldrT="[Texte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Travail réalisé</a:t>
          </a:r>
        </a:p>
      </dgm:t>
    </dgm:pt>
    <dgm:pt modelId="{0A4FBF38-EFEA-4482-B701-A449AA89533A}" type="parTrans" cxnId="{17EDC7C7-48B4-44B2-AACF-EBE2C12C4C40}">
      <dgm:prSet/>
      <dgm:spPr/>
      <dgm:t>
        <a:bodyPr/>
        <a:lstStyle/>
        <a:p>
          <a:endParaRPr lang="fr-FR"/>
        </a:p>
      </dgm:t>
    </dgm:pt>
    <dgm:pt modelId="{00B95235-C4D7-4ABC-9608-D89995586508}" type="sibTrans" cxnId="{17EDC7C7-48B4-44B2-AACF-EBE2C12C4C40}">
      <dgm:prSet/>
      <dgm:spPr/>
      <dgm:t>
        <a:bodyPr/>
        <a:lstStyle/>
        <a:p>
          <a:endParaRPr lang="fr-FR"/>
        </a:p>
      </dgm:t>
    </dgm:pt>
    <dgm:pt modelId="{88AFF073-D1CC-4256-A746-4D3BFC646F6E}" type="pres">
      <dgm:prSet presAssocID="{80EFD3C6-EA85-443B-8731-A647F751DA7B}" presName="root" presStyleCnt="0">
        <dgm:presLayoutVars>
          <dgm:dir/>
          <dgm:resizeHandles val="exact"/>
        </dgm:presLayoutVars>
      </dgm:prSet>
      <dgm:spPr/>
    </dgm:pt>
    <dgm:pt modelId="{00090C39-ACAC-4321-AC16-E96D9064D4D7}" type="pres">
      <dgm:prSet presAssocID="{6170B6CF-2507-4D8C-BD69-8C5AE210D331}" presName="compNode" presStyleCnt="0"/>
      <dgm:spPr/>
    </dgm:pt>
    <dgm:pt modelId="{B7FE9262-7538-4256-B016-A6CD33BD9D29}" type="pres">
      <dgm:prSet presAssocID="{6170B6CF-2507-4D8C-BD69-8C5AE210D331}" presName="iconBgRect" presStyleLbl="bgShp" presStyleIdx="0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A5C9C953-D134-41BC-9610-C1E15AAC06BB}" type="pres">
      <dgm:prSet presAssocID="{6170B6CF-2507-4D8C-BD69-8C5AE210D331}" presName="iconRect" presStyleLbl="node1" presStyleIdx="0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51A706-F314-44E4-AC40-B10EA0509DAC}" type="pres">
      <dgm:prSet presAssocID="{6170B6CF-2507-4D8C-BD69-8C5AE210D331}" presName="spaceRect" presStyleCnt="0"/>
      <dgm:spPr/>
    </dgm:pt>
    <dgm:pt modelId="{97CB5E14-4F74-4AC3-BF5C-5036A1428F1B}" type="pres">
      <dgm:prSet presAssocID="{6170B6CF-2507-4D8C-BD69-8C5AE210D331}" presName="textRect" presStyleLbl="revTx" presStyleIdx="0" presStyleCnt="10">
        <dgm:presLayoutVars>
          <dgm:chMax val="1"/>
          <dgm:chPref val="1"/>
        </dgm:presLayoutVars>
      </dgm:prSet>
      <dgm:spPr/>
    </dgm:pt>
    <dgm:pt modelId="{83DDEAA4-8CC5-4453-AD60-6AD8F359610A}" type="pres">
      <dgm:prSet presAssocID="{2DF894FD-0EB7-49F0-AF62-28F44C19E44B}" presName="sibTrans" presStyleCnt="0"/>
      <dgm:spPr/>
    </dgm:pt>
    <dgm:pt modelId="{8532F4E2-D499-43C2-9FEA-1DCD88571635}" type="pres">
      <dgm:prSet presAssocID="{A8E5E73E-AE68-4D2D-9571-DA5A90EC93A0}" presName="compNode" presStyleCnt="0"/>
      <dgm:spPr/>
    </dgm:pt>
    <dgm:pt modelId="{EB9F2A92-F5AD-4FCB-BDD2-5B444A42F3B9}" type="pres">
      <dgm:prSet presAssocID="{A8E5E73E-AE68-4D2D-9571-DA5A90EC93A0}" presName="iconBgRect" presStyleLbl="bgShp" presStyleIdx="1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F645B3C8-A5BD-4F67-8DC4-A9E855A2AF9C}" type="pres">
      <dgm:prSet presAssocID="{A8E5E73E-AE68-4D2D-9571-DA5A90EC93A0}" presName="iconRect" presStyleLbl="node1" presStyleIdx="1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7C3B01A9-4764-42EA-8BC0-4F0178461BBC}" type="pres">
      <dgm:prSet presAssocID="{A8E5E73E-AE68-4D2D-9571-DA5A90EC93A0}" presName="spaceRect" presStyleCnt="0"/>
      <dgm:spPr/>
    </dgm:pt>
    <dgm:pt modelId="{2A460508-255B-4CA5-B7B8-9F8E9F87342D}" type="pres">
      <dgm:prSet presAssocID="{A8E5E73E-AE68-4D2D-9571-DA5A90EC93A0}" presName="textRect" presStyleLbl="revTx" presStyleIdx="1" presStyleCnt="10">
        <dgm:presLayoutVars>
          <dgm:chMax val="1"/>
          <dgm:chPref val="1"/>
        </dgm:presLayoutVars>
      </dgm:prSet>
      <dgm:spPr/>
    </dgm:pt>
    <dgm:pt modelId="{179C2BDD-0B4D-4FD8-B498-109CDFD4B58A}" type="pres">
      <dgm:prSet presAssocID="{1869DA73-9346-4975-852A-682A154A2E08}" presName="sibTrans" presStyleCnt="0"/>
      <dgm:spPr/>
    </dgm:pt>
    <dgm:pt modelId="{0DC0506E-94D3-49ED-8958-3DF727A1A14A}" type="pres">
      <dgm:prSet presAssocID="{F426DD7B-BCB2-4008-8219-0256640224B7}" presName="compNode" presStyleCnt="0"/>
      <dgm:spPr/>
    </dgm:pt>
    <dgm:pt modelId="{21879033-460A-4A4F-A8C4-2C6D55FC5ADF}" type="pres">
      <dgm:prSet presAssocID="{F426DD7B-BCB2-4008-8219-0256640224B7}" presName="iconBgRect" presStyleLbl="bgShp" presStyleIdx="2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17EAA601-B7A1-41D7-A6FE-64406A64EF86}" type="pres">
      <dgm:prSet presAssocID="{F426DD7B-BCB2-4008-8219-0256640224B7}" presName="iconRect" presStyleLbl="node1" presStyleIdx="2" presStyleCnt="1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use à effet avec un remplissage uni"/>
        </a:ext>
      </dgm:extLst>
    </dgm:pt>
    <dgm:pt modelId="{ECACB528-DB66-48CD-8069-59B37CD4BDED}" type="pres">
      <dgm:prSet presAssocID="{F426DD7B-BCB2-4008-8219-0256640224B7}" presName="spaceRect" presStyleCnt="0"/>
      <dgm:spPr/>
    </dgm:pt>
    <dgm:pt modelId="{7F2DEB47-AE80-4F02-8663-CDE1BFFC6907}" type="pres">
      <dgm:prSet presAssocID="{F426DD7B-BCB2-4008-8219-0256640224B7}" presName="textRect" presStyleLbl="revTx" presStyleIdx="2" presStyleCnt="10">
        <dgm:presLayoutVars>
          <dgm:chMax val="1"/>
          <dgm:chPref val="1"/>
        </dgm:presLayoutVars>
      </dgm:prSet>
      <dgm:spPr/>
    </dgm:pt>
    <dgm:pt modelId="{EF4AF6C0-C4DE-4F58-B3E2-3F54AC3F68C6}" type="pres">
      <dgm:prSet presAssocID="{E95F5CEB-BF31-4051-A3E3-2732887DE1A0}" presName="sibTrans" presStyleCnt="0"/>
      <dgm:spPr/>
    </dgm:pt>
    <dgm:pt modelId="{B46497EC-6AD9-4AB0-A53F-08DB3321C8CD}" type="pres">
      <dgm:prSet presAssocID="{1F0FB1C7-B83C-4879-87F9-7FF0EDFDB332}" presName="compNode" presStyleCnt="0"/>
      <dgm:spPr/>
    </dgm:pt>
    <dgm:pt modelId="{6F91E490-6B46-4A5A-95A0-5B8E440C8DDA}" type="pres">
      <dgm:prSet presAssocID="{1F0FB1C7-B83C-4879-87F9-7FF0EDFDB332}" presName="iconBgRect" presStyleLbl="bgShp" presStyleIdx="3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3059F916-123F-4AD0-A092-882BDC12E130}" type="pres">
      <dgm:prSet presAssocID="{1F0FB1C7-B83C-4879-87F9-7FF0EDFDB332}" presName="iconRect" presStyleLbl="node1" presStyleIdx="3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159CEC1E-931F-4281-A000-6D64264D921C}" type="pres">
      <dgm:prSet presAssocID="{1F0FB1C7-B83C-4879-87F9-7FF0EDFDB332}" presName="spaceRect" presStyleCnt="0"/>
      <dgm:spPr/>
    </dgm:pt>
    <dgm:pt modelId="{B85580C3-78B3-4096-A6DD-D9F7BF84045E}" type="pres">
      <dgm:prSet presAssocID="{1F0FB1C7-B83C-4879-87F9-7FF0EDFDB332}" presName="textRect" presStyleLbl="revTx" presStyleIdx="3" presStyleCnt="10">
        <dgm:presLayoutVars>
          <dgm:chMax val="1"/>
          <dgm:chPref val="1"/>
        </dgm:presLayoutVars>
      </dgm:prSet>
      <dgm:spPr/>
    </dgm:pt>
    <dgm:pt modelId="{A10EB0BB-9145-4DBD-A7FF-4D1EC1F66C00}" type="pres">
      <dgm:prSet presAssocID="{6264F790-19C7-402A-A4BA-6C60691DFE64}" presName="sibTrans" presStyleCnt="0"/>
      <dgm:spPr/>
    </dgm:pt>
    <dgm:pt modelId="{E639EDED-8AB1-419B-8AB3-45CD07F01CEC}" type="pres">
      <dgm:prSet presAssocID="{5E92396C-45AA-4A04-95A9-D45438B0B74F}" presName="compNode" presStyleCnt="0"/>
      <dgm:spPr/>
    </dgm:pt>
    <dgm:pt modelId="{5FF856A8-8715-453D-A476-D255BE030424}" type="pres">
      <dgm:prSet presAssocID="{5E92396C-45AA-4A04-95A9-D45438B0B74F}" presName="iconBgRect" presStyleLbl="bgShp" presStyleIdx="4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B926A4D1-BCAF-45BB-9154-A058057C9CEF}" type="pres">
      <dgm:prSet presAssocID="{5E92396C-45AA-4A04-95A9-D45438B0B74F}" presName="iconRect" presStyleLbl="node1" presStyleIdx="4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344D4911-6B52-42C3-842D-9AEAA5FDBD0F}" type="pres">
      <dgm:prSet presAssocID="{5E92396C-45AA-4A04-95A9-D45438B0B74F}" presName="spaceRect" presStyleCnt="0"/>
      <dgm:spPr/>
    </dgm:pt>
    <dgm:pt modelId="{A8FB330A-D8D4-41ED-8B84-CB97D8F65850}" type="pres">
      <dgm:prSet presAssocID="{5E92396C-45AA-4A04-95A9-D45438B0B74F}" presName="textRect" presStyleLbl="revTx" presStyleIdx="4" presStyleCnt="10">
        <dgm:presLayoutVars>
          <dgm:chMax val="1"/>
          <dgm:chPref val="1"/>
        </dgm:presLayoutVars>
      </dgm:prSet>
      <dgm:spPr/>
    </dgm:pt>
    <dgm:pt modelId="{FA841EC9-00D5-48FE-B90B-E610B2E2AA85}" type="pres">
      <dgm:prSet presAssocID="{B93A2F9D-E60E-4946-9CB8-CB9489C00860}" presName="sibTrans" presStyleCnt="0"/>
      <dgm:spPr/>
    </dgm:pt>
    <dgm:pt modelId="{F6A6B3A4-565F-43C2-BEEE-08E3F4646689}" type="pres">
      <dgm:prSet presAssocID="{B9BDF01D-A234-4882-8FF6-4049A4BDC093}" presName="compNode" presStyleCnt="0"/>
      <dgm:spPr/>
    </dgm:pt>
    <dgm:pt modelId="{11407F5D-C191-47F0-AD9E-29E20A5C34A0}" type="pres">
      <dgm:prSet presAssocID="{B9BDF01D-A234-4882-8FF6-4049A4BDC093}" presName="iconBgRect" presStyleLbl="bgShp" presStyleIdx="5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6F9C13B5-9D4F-497D-B67D-97F7E400E635}" type="pres">
      <dgm:prSet presAssocID="{B9BDF01D-A234-4882-8FF6-4049A4BDC093}" presName="iconRect" presStyleLbl="node1" presStyleIdx="5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754CD1B2-3C38-4A5E-A68C-9357FFC3F930}" type="pres">
      <dgm:prSet presAssocID="{B9BDF01D-A234-4882-8FF6-4049A4BDC093}" presName="spaceRect" presStyleCnt="0"/>
      <dgm:spPr/>
    </dgm:pt>
    <dgm:pt modelId="{44E4B968-8A3D-43E6-B5DB-79860F95B503}" type="pres">
      <dgm:prSet presAssocID="{B9BDF01D-A234-4882-8FF6-4049A4BDC093}" presName="textRect" presStyleLbl="revTx" presStyleIdx="5" presStyleCnt="10">
        <dgm:presLayoutVars>
          <dgm:chMax val="1"/>
          <dgm:chPref val="1"/>
        </dgm:presLayoutVars>
      </dgm:prSet>
      <dgm:spPr/>
    </dgm:pt>
    <dgm:pt modelId="{C0A87E63-51D8-4563-A74C-6CC147EB68DA}" type="pres">
      <dgm:prSet presAssocID="{42A40B45-0D3F-435A-A444-0D54DE9BA1DD}" presName="sibTrans" presStyleCnt="0"/>
      <dgm:spPr/>
    </dgm:pt>
    <dgm:pt modelId="{BA4F7B18-5E2E-41D9-A644-CE96804984AE}" type="pres">
      <dgm:prSet presAssocID="{573C3B0F-D5B6-4B24-8755-FA75415998B4}" presName="compNode" presStyleCnt="0"/>
      <dgm:spPr/>
    </dgm:pt>
    <dgm:pt modelId="{84AEF40C-2156-4FD7-A423-A4BB2D3A4C46}" type="pres">
      <dgm:prSet presAssocID="{573C3B0F-D5B6-4B24-8755-FA75415998B4}" presName="iconBgRect" presStyleLbl="bgShp" presStyleIdx="6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C5A688AF-E97E-4EBD-BDB2-20B1BE4CE991}" type="pres">
      <dgm:prSet presAssocID="{573C3B0F-D5B6-4B24-8755-FA75415998B4}" presName="iconRect" presStyleLbl="node1" presStyleIdx="6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C27C62B2-CF69-4803-A53A-F032DA522729}" type="pres">
      <dgm:prSet presAssocID="{573C3B0F-D5B6-4B24-8755-FA75415998B4}" presName="spaceRect" presStyleCnt="0"/>
      <dgm:spPr/>
    </dgm:pt>
    <dgm:pt modelId="{F5103835-84E1-42A0-9EE6-CA0812BA568B}" type="pres">
      <dgm:prSet presAssocID="{573C3B0F-D5B6-4B24-8755-FA75415998B4}" presName="textRect" presStyleLbl="revTx" presStyleIdx="6" presStyleCnt="10">
        <dgm:presLayoutVars>
          <dgm:chMax val="1"/>
          <dgm:chPref val="1"/>
        </dgm:presLayoutVars>
      </dgm:prSet>
      <dgm:spPr/>
    </dgm:pt>
    <dgm:pt modelId="{74A8F73E-5881-4E30-9ECB-68C66B8B632C}" type="pres">
      <dgm:prSet presAssocID="{9EE8A684-FCCE-4B41-BC73-F40092B1C722}" presName="sibTrans" presStyleCnt="0"/>
      <dgm:spPr/>
    </dgm:pt>
    <dgm:pt modelId="{138B4914-D285-4BDE-B590-587D082B5ECB}" type="pres">
      <dgm:prSet presAssocID="{3F8AEDC4-6966-4968-ADC5-56AE94D77F35}" presName="compNode" presStyleCnt="0"/>
      <dgm:spPr/>
    </dgm:pt>
    <dgm:pt modelId="{D5EAC35C-1B3D-4185-B381-141F84039FB0}" type="pres">
      <dgm:prSet presAssocID="{3F8AEDC4-6966-4968-ADC5-56AE94D77F35}" presName="iconBgRect" presStyleLbl="bgShp" presStyleIdx="7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30FEBA91-A2C3-47E9-B7A3-C328F827C971}" type="pres">
      <dgm:prSet presAssocID="{3F8AEDC4-6966-4968-ADC5-56AE94D77F35}" presName="iconRect" presStyleLbl="node1" presStyleIdx="7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ertissement"/>
        </a:ext>
      </dgm:extLst>
    </dgm:pt>
    <dgm:pt modelId="{1395C936-04AB-4727-A7E4-1E7AF281F28C}" type="pres">
      <dgm:prSet presAssocID="{3F8AEDC4-6966-4968-ADC5-56AE94D77F35}" presName="spaceRect" presStyleCnt="0"/>
      <dgm:spPr/>
    </dgm:pt>
    <dgm:pt modelId="{1190AB17-859F-4124-A2F9-875429E62546}" type="pres">
      <dgm:prSet presAssocID="{3F8AEDC4-6966-4968-ADC5-56AE94D77F35}" presName="textRect" presStyleLbl="revTx" presStyleIdx="7" presStyleCnt="10">
        <dgm:presLayoutVars>
          <dgm:chMax val="1"/>
          <dgm:chPref val="1"/>
        </dgm:presLayoutVars>
      </dgm:prSet>
      <dgm:spPr/>
    </dgm:pt>
    <dgm:pt modelId="{9A259C00-0993-4CC2-AFA5-01AD0468C0A5}" type="pres">
      <dgm:prSet presAssocID="{50E6D132-D043-4017-ABF6-E0BCD79307CF}" presName="sibTrans" presStyleCnt="0"/>
      <dgm:spPr/>
    </dgm:pt>
    <dgm:pt modelId="{22420FB9-EC5A-462F-B2F5-6ED912D4A464}" type="pres">
      <dgm:prSet presAssocID="{0E9F1889-0871-41AA-BD98-FCF8F6A9F23A}" presName="compNode" presStyleCnt="0"/>
      <dgm:spPr/>
    </dgm:pt>
    <dgm:pt modelId="{A0BFDABF-3B4C-4198-844A-1676B0864C46}" type="pres">
      <dgm:prSet presAssocID="{0E9F1889-0871-41AA-BD98-FCF8F6A9F23A}" presName="iconBgRect" presStyleLbl="bgShp" presStyleIdx="8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76ADF0FA-9941-4525-89F1-E809F1C2FD36}" type="pres">
      <dgm:prSet presAssocID="{0E9F1889-0871-41AA-BD98-FCF8F6A9F23A}" presName="iconRect" presStyleLbl="node1" presStyleIdx="8" presStyleCnt="1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e-documents avec un remplissage uni"/>
        </a:ext>
      </dgm:extLst>
    </dgm:pt>
    <dgm:pt modelId="{1BCD91D4-1509-4D5A-B7E6-722FD30372EC}" type="pres">
      <dgm:prSet presAssocID="{0E9F1889-0871-41AA-BD98-FCF8F6A9F23A}" presName="spaceRect" presStyleCnt="0"/>
      <dgm:spPr/>
    </dgm:pt>
    <dgm:pt modelId="{D4013711-8CED-4345-B109-A4EC82D87AF3}" type="pres">
      <dgm:prSet presAssocID="{0E9F1889-0871-41AA-BD98-FCF8F6A9F23A}" presName="textRect" presStyleLbl="revTx" presStyleIdx="8" presStyleCnt="10">
        <dgm:presLayoutVars>
          <dgm:chMax val="1"/>
          <dgm:chPref val="1"/>
        </dgm:presLayoutVars>
      </dgm:prSet>
      <dgm:spPr/>
    </dgm:pt>
    <dgm:pt modelId="{77B4C9F0-4948-4EC3-9B14-0136ED96B0A7}" type="pres">
      <dgm:prSet presAssocID="{00B95235-C4D7-4ABC-9608-D89995586508}" presName="sibTrans" presStyleCnt="0"/>
      <dgm:spPr/>
    </dgm:pt>
    <dgm:pt modelId="{CD5A44D4-C3DC-40BD-9610-54F47D425504}" type="pres">
      <dgm:prSet presAssocID="{77C0AFB4-F031-4F6A-B5BC-3E9DB7ED462F}" presName="compNode" presStyleCnt="0"/>
      <dgm:spPr/>
    </dgm:pt>
    <dgm:pt modelId="{B498BBDF-9BCD-40EF-AEEA-1ACB56B47829}" type="pres">
      <dgm:prSet presAssocID="{77C0AFB4-F031-4F6A-B5BC-3E9DB7ED462F}" presName="iconBgRect" presStyleLbl="bgShp" presStyleIdx="9" presStyleCnt="10"/>
      <dgm:spPr>
        <a:prstGeom prst="round2DiagRect">
          <a:avLst>
            <a:gd name="adj1" fmla="val 29727"/>
            <a:gd name="adj2" fmla="val 0"/>
          </a:avLst>
        </a:prstGeom>
      </dgm:spPr>
    </dgm:pt>
    <dgm:pt modelId="{FAD6807F-91E0-4061-A156-406E572BBDFC}" type="pres">
      <dgm:prSet presAssocID="{77C0AFB4-F031-4F6A-B5BC-3E9DB7ED462F}" presName="iconRect" presStyleLbl="node1" presStyleIdx="9" presStyleCnt="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58A6BDB-FA7E-4374-A368-4DCA05F375A2}" type="pres">
      <dgm:prSet presAssocID="{77C0AFB4-F031-4F6A-B5BC-3E9DB7ED462F}" presName="spaceRect" presStyleCnt="0"/>
      <dgm:spPr/>
    </dgm:pt>
    <dgm:pt modelId="{2F109510-3545-4E67-BCB3-B78AB7D77A13}" type="pres">
      <dgm:prSet presAssocID="{77C0AFB4-F031-4F6A-B5BC-3E9DB7ED462F}" presName="textRect" presStyleLbl="revTx" presStyleIdx="9" presStyleCnt="10">
        <dgm:presLayoutVars>
          <dgm:chMax val="1"/>
          <dgm:chPref val="1"/>
        </dgm:presLayoutVars>
      </dgm:prSet>
      <dgm:spPr/>
    </dgm:pt>
  </dgm:ptLst>
  <dgm:cxnLst>
    <dgm:cxn modelId="{72380E0A-DA8F-4382-96AF-68EC6F17FD0A}" srcId="{80EFD3C6-EA85-443B-8731-A647F751DA7B}" destId="{6170B6CF-2507-4D8C-BD69-8C5AE210D331}" srcOrd="0" destOrd="0" parTransId="{6BBE5D05-C9CD-4344-87A5-C9F776D7E077}" sibTransId="{2DF894FD-0EB7-49F0-AF62-28F44C19E44B}"/>
    <dgm:cxn modelId="{25E58E0A-062E-41D9-87EC-3913CAFD6F41}" srcId="{80EFD3C6-EA85-443B-8731-A647F751DA7B}" destId="{B9BDF01D-A234-4882-8FF6-4049A4BDC093}" srcOrd="5" destOrd="0" parTransId="{2BFA871E-1BFA-4AA9-B357-D2AE7BD45E75}" sibTransId="{42A40B45-0D3F-435A-A444-0D54DE9BA1DD}"/>
    <dgm:cxn modelId="{BBC0761B-81EF-478E-81D0-C26929E92CD6}" type="presOf" srcId="{B9BDF01D-A234-4882-8FF6-4049A4BDC093}" destId="{44E4B968-8A3D-43E6-B5DB-79860F95B503}" srcOrd="0" destOrd="0" presId="urn:microsoft.com/office/officeart/2018/5/layout/IconLeafLabelList"/>
    <dgm:cxn modelId="{44F9C224-4E62-46BC-BDF7-1F46D4573B13}" srcId="{80EFD3C6-EA85-443B-8731-A647F751DA7B}" destId="{573C3B0F-D5B6-4B24-8755-FA75415998B4}" srcOrd="6" destOrd="0" parTransId="{DE561725-4D2A-49DA-B542-2DC5D5E52E93}" sibTransId="{9EE8A684-FCCE-4B41-BC73-F40092B1C722}"/>
    <dgm:cxn modelId="{F2740F61-9089-4D86-98C4-7DF5D8A61222}" srcId="{80EFD3C6-EA85-443B-8731-A647F751DA7B}" destId="{77C0AFB4-F031-4F6A-B5BC-3E9DB7ED462F}" srcOrd="9" destOrd="0" parTransId="{7C5AC557-558E-4F41-89AA-D79D6796C44F}" sibTransId="{D74217D6-CB24-48DC-8914-F96521371E7E}"/>
    <dgm:cxn modelId="{EFA08245-A093-4AF6-B54C-A533FCE5BEDC}" srcId="{80EFD3C6-EA85-443B-8731-A647F751DA7B}" destId="{F426DD7B-BCB2-4008-8219-0256640224B7}" srcOrd="2" destOrd="0" parTransId="{99FE47E3-341C-449D-90D0-40787C9FE131}" sibTransId="{E95F5CEB-BF31-4051-A3E3-2732887DE1A0}"/>
    <dgm:cxn modelId="{C204C549-AB62-49B7-891A-2C503D5BFD02}" srcId="{80EFD3C6-EA85-443B-8731-A647F751DA7B}" destId="{5E92396C-45AA-4A04-95A9-D45438B0B74F}" srcOrd="4" destOrd="0" parTransId="{1BD3178C-9432-45EC-B5FC-6432DA909A24}" sibTransId="{B93A2F9D-E60E-4946-9CB8-CB9489C00860}"/>
    <dgm:cxn modelId="{F5B9146B-5853-4A1B-87B7-51179A6D03D2}" srcId="{80EFD3C6-EA85-443B-8731-A647F751DA7B}" destId="{3F8AEDC4-6966-4968-ADC5-56AE94D77F35}" srcOrd="7" destOrd="0" parTransId="{C30370BE-2299-465A-B486-6DD1730491D5}" sibTransId="{50E6D132-D043-4017-ABF6-E0BCD79307CF}"/>
    <dgm:cxn modelId="{B4FEBD82-AC0D-47C7-935F-8EB9B12B0585}" type="presOf" srcId="{1F0FB1C7-B83C-4879-87F9-7FF0EDFDB332}" destId="{B85580C3-78B3-4096-A6DD-D9F7BF84045E}" srcOrd="0" destOrd="0" presId="urn:microsoft.com/office/officeart/2018/5/layout/IconLeafLabelList"/>
    <dgm:cxn modelId="{FBC58583-9068-429D-B0EB-AD86C253D39C}" type="presOf" srcId="{F426DD7B-BCB2-4008-8219-0256640224B7}" destId="{7F2DEB47-AE80-4F02-8663-CDE1BFFC6907}" srcOrd="0" destOrd="0" presId="urn:microsoft.com/office/officeart/2018/5/layout/IconLeafLabelList"/>
    <dgm:cxn modelId="{D825E29D-37BD-4CAE-ACE0-FDC5AACEA76D}" type="presOf" srcId="{A8E5E73E-AE68-4D2D-9571-DA5A90EC93A0}" destId="{2A460508-255B-4CA5-B7B8-9F8E9F87342D}" srcOrd="0" destOrd="0" presId="urn:microsoft.com/office/officeart/2018/5/layout/IconLeafLabelList"/>
    <dgm:cxn modelId="{8BFD5ABD-DFC0-4515-87B1-93996B228C38}" srcId="{80EFD3C6-EA85-443B-8731-A647F751DA7B}" destId="{A8E5E73E-AE68-4D2D-9571-DA5A90EC93A0}" srcOrd="1" destOrd="0" parTransId="{4F2F3A0B-61D8-4E15-8EBF-786638FD8AC9}" sibTransId="{1869DA73-9346-4975-852A-682A154A2E08}"/>
    <dgm:cxn modelId="{C7DF9FC0-DADF-4F98-8BB4-4FCE9361CFFF}" type="presOf" srcId="{77C0AFB4-F031-4F6A-B5BC-3E9DB7ED462F}" destId="{2F109510-3545-4E67-BCB3-B78AB7D77A13}" srcOrd="0" destOrd="0" presId="urn:microsoft.com/office/officeart/2018/5/layout/IconLeafLabelList"/>
    <dgm:cxn modelId="{17EDC7C7-48B4-44B2-AACF-EBE2C12C4C40}" srcId="{80EFD3C6-EA85-443B-8731-A647F751DA7B}" destId="{0E9F1889-0871-41AA-BD98-FCF8F6A9F23A}" srcOrd="8" destOrd="0" parTransId="{0A4FBF38-EFEA-4482-B701-A449AA89533A}" sibTransId="{00B95235-C4D7-4ABC-9608-D89995586508}"/>
    <dgm:cxn modelId="{E2A556D0-865B-4D1E-B15E-133DA0E77AA4}" srcId="{80EFD3C6-EA85-443B-8731-A647F751DA7B}" destId="{1F0FB1C7-B83C-4879-87F9-7FF0EDFDB332}" srcOrd="3" destOrd="0" parTransId="{7423638B-9F77-4032-8690-BA76D647F501}" sibTransId="{6264F790-19C7-402A-A4BA-6C60691DFE64}"/>
    <dgm:cxn modelId="{15849ED3-9414-4EFD-BC4B-79E62B3F9EAD}" type="presOf" srcId="{573C3B0F-D5B6-4B24-8755-FA75415998B4}" destId="{F5103835-84E1-42A0-9EE6-CA0812BA568B}" srcOrd="0" destOrd="0" presId="urn:microsoft.com/office/officeart/2018/5/layout/IconLeafLabelList"/>
    <dgm:cxn modelId="{3E361DE0-D4A2-4E98-9E9D-F77C2ECFBDE9}" type="presOf" srcId="{80EFD3C6-EA85-443B-8731-A647F751DA7B}" destId="{88AFF073-D1CC-4256-A746-4D3BFC646F6E}" srcOrd="0" destOrd="0" presId="urn:microsoft.com/office/officeart/2018/5/layout/IconLeafLabelList"/>
    <dgm:cxn modelId="{DAD24EE6-FB8E-475E-A09F-CE752B451CEC}" type="presOf" srcId="{6170B6CF-2507-4D8C-BD69-8C5AE210D331}" destId="{97CB5E14-4F74-4AC3-BF5C-5036A1428F1B}" srcOrd="0" destOrd="0" presId="urn:microsoft.com/office/officeart/2018/5/layout/IconLeafLabelList"/>
    <dgm:cxn modelId="{30D843F2-AA64-4EC9-8172-FD350839863D}" type="presOf" srcId="{5E92396C-45AA-4A04-95A9-D45438B0B74F}" destId="{A8FB330A-D8D4-41ED-8B84-CB97D8F65850}" srcOrd="0" destOrd="0" presId="urn:microsoft.com/office/officeart/2018/5/layout/IconLeafLabelList"/>
    <dgm:cxn modelId="{4FEC3DF4-0CF1-436B-8D4F-AA924C23B89C}" type="presOf" srcId="{0E9F1889-0871-41AA-BD98-FCF8F6A9F23A}" destId="{D4013711-8CED-4345-B109-A4EC82D87AF3}" srcOrd="0" destOrd="0" presId="urn:microsoft.com/office/officeart/2018/5/layout/IconLeafLabelList"/>
    <dgm:cxn modelId="{903247FE-4EF9-45FF-A47F-66A999FD5AA5}" type="presOf" srcId="{3F8AEDC4-6966-4968-ADC5-56AE94D77F35}" destId="{1190AB17-859F-4124-A2F9-875429E62546}" srcOrd="0" destOrd="0" presId="urn:microsoft.com/office/officeart/2018/5/layout/IconLeafLabelList"/>
    <dgm:cxn modelId="{7C467ABE-E902-40AE-AC77-A8D5041219D1}" type="presParOf" srcId="{88AFF073-D1CC-4256-A746-4D3BFC646F6E}" destId="{00090C39-ACAC-4321-AC16-E96D9064D4D7}" srcOrd="0" destOrd="0" presId="urn:microsoft.com/office/officeart/2018/5/layout/IconLeafLabelList"/>
    <dgm:cxn modelId="{A61355E3-DE79-4759-9936-875B79E582C4}" type="presParOf" srcId="{00090C39-ACAC-4321-AC16-E96D9064D4D7}" destId="{B7FE9262-7538-4256-B016-A6CD33BD9D29}" srcOrd="0" destOrd="0" presId="urn:microsoft.com/office/officeart/2018/5/layout/IconLeafLabelList"/>
    <dgm:cxn modelId="{439820F4-FED7-4737-B421-15B6BD8A03CE}" type="presParOf" srcId="{00090C39-ACAC-4321-AC16-E96D9064D4D7}" destId="{A5C9C953-D134-41BC-9610-C1E15AAC06BB}" srcOrd="1" destOrd="0" presId="urn:microsoft.com/office/officeart/2018/5/layout/IconLeafLabelList"/>
    <dgm:cxn modelId="{2CF0FBBF-CA19-4C42-B74D-BCBB77BCB8FC}" type="presParOf" srcId="{00090C39-ACAC-4321-AC16-E96D9064D4D7}" destId="{4B51A706-F314-44E4-AC40-B10EA0509DAC}" srcOrd="2" destOrd="0" presId="urn:microsoft.com/office/officeart/2018/5/layout/IconLeafLabelList"/>
    <dgm:cxn modelId="{413358A0-F9BB-4788-A451-0C539FC60B64}" type="presParOf" srcId="{00090C39-ACAC-4321-AC16-E96D9064D4D7}" destId="{97CB5E14-4F74-4AC3-BF5C-5036A1428F1B}" srcOrd="3" destOrd="0" presId="urn:microsoft.com/office/officeart/2018/5/layout/IconLeafLabelList"/>
    <dgm:cxn modelId="{E527ACB8-8CB6-43E7-8199-44058307FFD5}" type="presParOf" srcId="{88AFF073-D1CC-4256-A746-4D3BFC646F6E}" destId="{83DDEAA4-8CC5-4453-AD60-6AD8F359610A}" srcOrd="1" destOrd="0" presId="urn:microsoft.com/office/officeart/2018/5/layout/IconLeafLabelList"/>
    <dgm:cxn modelId="{43FF038B-EBB5-4BE7-81F4-F083D1C63386}" type="presParOf" srcId="{88AFF073-D1CC-4256-A746-4D3BFC646F6E}" destId="{8532F4E2-D499-43C2-9FEA-1DCD88571635}" srcOrd="2" destOrd="0" presId="urn:microsoft.com/office/officeart/2018/5/layout/IconLeafLabelList"/>
    <dgm:cxn modelId="{C4CA2771-A6F6-463E-AC1C-55A58867F222}" type="presParOf" srcId="{8532F4E2-D499-43C2-9FEA-1DCD88571635}" destId="{EB9F2A92-F5AD-4FCB-BDD2-5B444A42F3B9}" srcOrd="0" destOrd="0" presId="urn:microsoft.com/office/officeart/2018/5/layout/IconLeafLabelList"/>
    <dgm:cxn modelId="{B920E155-1460-4687-8186-133124CF7D59}" type="presParOf" srcId="{8532F4E2-D499-43C2-9FEA-1DCD88571635}" destId="{F645B3C8-A5BD-4F67-8DC4-A9E855A2AF9C}" srcOrd="1" destOrd="0" presId="urn:microsoft.com/office/officeart/2018/5/layout/IconLeafLabelList"/>
    <dgm:cxn modelId="{3FEE8F34-6279-4BF7-84C7-135CC9767831}" type="presParOf" srcId="{8532F4E2-D499-43C2-9FEA-1DCD88571635}" destId="{7C3B01A9-4764-42EA-8BC0-4F0178461BBC}" srcOrd="2" destOrd="0" presId="urn:microsoft.com/office/officeart/2018/5/layout/IconLeafLabelList"/>
    <dgm:cxn modelId="{AE785D19-5800-4F47-9247-14082F37A774}" type="presParOf" srcId="{8532F4E2-D499-43C2-9FEA-1DCD88571635}" destId="{2A460508-255B-4CA5-B7B8-9F8E9F87342D}" srcOrd="3" destOrd="0" presId="urn:microsoft.com/office/officeart/2018/5/layout/IconLeafLabelList"/>
    <dgm:cxn modelId="{929BACB8-BBCA-41CE-A6C7-CDF83CF507DE}" type="presParOf" srcId="{88AFF073-D1CC-4256-A746-4D3BFC646F6E}" destId="{179C2BDD-0B4D-4FD8-B498-109CDFD4B58A}" srcOrd="3" destOrd="0" presId="urn:microsoft.com/office/officeart/2018/5/layout/IconLeafLabelList"/>
    <dgm:cxn modelId="{4AB08A44-60A3-40C4-B0B7-AF1992532C53}" type="presParOf" srcId="{88AFF073-D1CC-4256-A746-4D3BFC646F6E}" destId="{0DC0506E-94D3-49ED-8958-3DF727A1A14A}" srcOrd="4" destOrd="0" presId="urn:microsoft.com/office/officeart/2018/5/layout/IconLeafLabelList"/>
    <dgm:cxn modelId="{2DA2EA51-D6B9-47A2-B871-D789116CB6C7}" type="presParOf" srcId="{0DC0506E-94D3-49ED-8958-3DF727A1A14A}" destId="{21879033-460A-4A4F-A8C4-2C6D55FC5ADF}" srcOrd="0" destOrd="0" presId="urn:microsoft.com/office/officeart/2018/5/layout/IconLeafLabelList"/>
    <dgm:cxn modelId="{ACA22D5F-6847-4265-8BFD-8055BC697E30}" type="presParOf" srcId="{0DC0506E-94D3-49ED-8958-3DF727A1A14A}" destId="{17EAA601-B7A1-41D7-A6FE-64406A64EF86}" srcOrd="1" destOrd="0" presId="urn:microsoft.com/office/officeart/2018/5/layout/IconLeafLabelList"/>
    <dgm:cxn modelId="{E56C8F66-A414-4953-BB7F-CC8EA09C106D}" type="presParOf" srcId="{0DC0506E-94D3-49ED-8958-3DF727A1A14A}" destId="{ECACB528-DB66-48CD-8069-59B37CD4BDED}" srcOrd="2" destOrd="0" presId="urn:microsoft.com/office/officeart/2018/5/layout/IconLeafLabelList"/>
    <dgm:cxn modelId="{E387D268-2F63-499C-8BC8-4C83B544B0C5}" type="presParOf" srcId="{0DC0506E-94D3-49ED-8958-3DF727A1A14A}" destId="{7F2DEB47-AE80-4F02-8663-CDE1BFFC6907}" srcOrd="3" destOrd="0" presId="urn:microsoft.com/office/officeart/2018/5/layout/IconLeafLabelList"/>
    <dgm:cxn modelId="{BB45645B-D2CC-49A6-9545-AF72C1E01041}" type="presParOf" srcId="{88AFF073-D1CC-4256-A746-4D3BFC646F6E}" destId="{EF4AF6C0-C4DE-4F58-B3E2-3F54AC3F68C6}" srcOrd="5" destOrd="0" presId="urn:microsoft.com/office/officeart/2018/5/layout/IconLeafLabelList"/>
    <dgm:cxn modelId="{4656EB93-C5DF-4463-9533-95B7C5906AF9}" type="presParOf" srcId="{88AFF073-D1CC-4256-A746-4D3BFC646F6E}" destId="{B46497EC-6AD9-4AB0-A53F-08DB3321C8CD}" srcOrd="6" destOrd="0" presId="urn:microsoft.com/office/officeart/2018/5/layout/IconLeafLabelList"/>
    <dgm:cxn modelId="{A84082E5-F7C5-4BFB-B824-A26DE4EC1421}" type="presParOf" srcId="{B46497EC-6AD9-4AB0-A53F-08DB3321C8CD}" destId="{6F91E490-6B46-4A5A-95A0-5B8E440C8DDA}" srcOrd="0" destOrd="0" presId="urn:microsoft.com/office/officeart/2018/5/layout/IconLeafLabelList"/>
    <dgm:cxn modelId="{6419E93F-FBE3-4B37-B600-CC7FFA43CC4E}" type="presParOf" srcId="{B46497EC-6AD9-4AB0-A53F-08DB3321C8CD}" destId="{3059F916-123F-4AD0-A092-882BDC12E130}" srcOrd="1" destOrd="0" presId="urn:microsoft.com/office/officeart/2018/5/layout/IconLeafLabelList"/>
    <dgm:cxn modelId="{0C9F1895-26F9-42BA-89ED-B8C0D1988550}" type="presParOf" srcId="{B46497EC-6AD9-4AB0-A53F-08DB3321C8CD}" destId="{159CEC1E-931F-4281-A000-6D64264D921C}" srcOrd="2" destOrd="0" presId="urn:microsoft.com/office/officeart/2018/5/layout/IconLeafLabelList"/>
    <dgm:cxn modelId="{8F94E59F-3AED-4F4F-A433-02E1DDF7C4FF}" type="presParOf" srcId="{B46497EC-6AD9-4AB0-A53F-08DB3321C8CD}" destId="{B85580C3-78B3-4096-A6DD-D9F7BF84045E}" srcOrd="3" destOrd="0" presId="urn:microsoft.com/office/officeart/2018/5/layout/IconLeafLabelList"/>
    <dgm:cxn modelId="{64C7BA3C-0C9F-4ADB-820F-D72B8CF56764}" type="presParOf" srcId="{88AFF073-D1CC-4256-A746-4D3BFC646F6E}" destId="{A10EB0BB-9145-4DBD-A7FF-4D1EC1F66C00}" srcOrd="7" destOrd="0" presId="urn:microsoft.com/office/officeart/2018/5/layout/IconLeafLabelList"/>
    <dgm:cxn modelId="{7289FF19-479A-4FF2-92A1-023E75ED0EE6}" type="presParOf" srcId="{88AFF073-D1CC-4256-A746-4D3BFC646F6E}" destId="{E639EDED-8AB1-419B-8AB3-45CD07F01CEC}" srcOrd="8" destOrd="0" presId="urn:microsoft.com/office/officeart/2018/5/layout/IconLeafLabelList"/>
    <dgm:cxn modelId="{BADA1117-8EC8-4803-96E5-B8A4CFD84BE0}" type="presParOf" srcId="{E639EDED-8AB1-419B-8AB3-45CD07F01CEC}" destId="{5FF856A8-8715-453D-A476-D255BE030424}" srcOrd="0" destOrd="0" presId="urn:microsoft.com/office/officeart/2018/5/layout/IconLeafLabelList"/>
    <dgm:cxn modelId="{8C01BB29-6567-4239-97F7-4A6E13370A3D}" type="presParOf" srcId="{E639EDED-8AB1-419B-8AB3-45CD07F01CEC}" destId="{B926A4D1-BCAF-45BB-9154-A058057C9CEF}" srcOrd="1" destOrd="0" presId="urn:microsoft.com/office/officeart/2018/5/layout/IconLeafLabelList"/>
    <dgm:cxn modelId="{D3BA7DEF-DAD1-4D02-88E9-9B82118E00DC}" type="presParOf" srcId="{E639EDED-8AB1-419B-8AB3-45CD07F01CEC}" destId="{344D4911-6B52-42C3-842D-9AEAA5FDBD0F}" srcOrd="2" destOrd="0" presId="urn:microsoft.com/office/officeart/2018/5/layout/IconLeafLabelList"/>
    <dgm:cxn modelId="{9D9C536D-2647-4939-B0FD-498C2C2B49CF}" type="presParOf" srcId="{E639EDED-8AB1-419B-8AB3-45CD07F01CEC}" destId="{A8FB330A-D8D4-41ED-8B84-CB97D8F65850}" srcOrd="3" destOrd="0" presId="urn:microsoft.com/office/officeart/2018/5/layout/IconLeafLabelList"/>
    <dgm:cxn modelId="{ABBD9F1A-4CBB-4848-A83E-1777CBF765B6}" type="presParOf" srcId="{88AFF073-D1CC-4256-A746-4D3BFC646F6E}" destId="{FA841EC9-00D5-48FE-B90B-E610B2E2AA85}" srcOrd="9" destOrd="0" presId="urn:microsoft.com/office/officeart/2018/5/layout/IconLeafLabelList"/>
    <dgm:cxn modelId="{9B9293C2-1CD7-4D75-AC8C-C5E1A33F831E}" type="presParOf" srcId="{88AFF073-D1CC-4256-A746-4D3BFC646F6E}" destId="{F6A6B3A4-565F-43C2-BEEE-08E3F4646689}" srcOrd="10" destOrd="0" presId="urn:microsoft.com/office/officeart/2018/5/layout/IconLeafLabelList"/>
    <dgm:cxn modelId="{1CD0403D-00BD-47A0-92E0-E42F75895D3E}" type="presParOf" srcId="{F6A6B3A4-565F-43C2-BEEE-08E3F4646689}" destId="{11407F5D-C191-47F0-AD9E-29E20A5C34A0}" srcOrd="0" destOrd="0" presId="urn:microsoft.com/office/officeart/2018/5/layout/IconLeafLabelList"/>
    <dgm:cxn modelId="{A02EC1DB-A318-4001-92C4-717D969D7E7F}" type="presParOf" srcId="{F6A6B3A4-565F-43C2-BEEE-08E3F4646689}" destId="{6F9C13B5-9D4F-497D-B67D-97F7E400E635}" srcOrd="1" destOrd="0" presId="urn:microsoft.com/office/officeart/2018/5/layout/IconLeafLabelList"/>
    <dgm:cxn modelId="{B97B5AD9-DDA5-41E5-B015-29E1A9E4AC5D}" type="presParOf" srcId="{F6A6B3A4-565F-43C2-BEEE-08E3F4646689}" destId="{754CD1B2-3C38-4A5E-A68C-9357FFC3F930}" srcOrd="2" destOrd="0" presId="urn:microsoft.com/office/officeart/2018/5/layout/IconLeafLabelList"/>
    <dgm:cxn modelId="{49704F12-BD8F-4C74-8643-D32F73D4737C}" type="presParOf" srcId="{F6A6B3A4-565F-43C2-BEEE-08E3F4646689}" destId="{44E4B968-8A3D-43E6-B5DB-79860F95B503}" srcOrd="3" destOrd="0" presId="urn:microsoft.com/office/officeart/2018/5/layout/IconLeafLabelList"/>
    <dgm:cxn modelId="{FED8347D-E9DD-43FC-A03F-BB3C3C0CEF4E}" type="presParOf" srcId="{88AFF073-D1CC-4256-A746-4D3BFC646F6E}" destId="{C0A87E63-51D8-4563-A74C-6CC147EB68DA}" srcOrd="11" destOrd="0" presId="urn:microsoft.com/office/officeart/2018/5/layout/IconLeafLabelList"/>
    <dgm:cxn modelId="{1C77561B-62D7-4484-836D-5580EEE5A5DB}" type="presParOf" srcId="{88AFF073-D1CC-4256-A746-4D3BFC646F6E}" destId="{BA4F7B18-5E2E-41D9-A644-CE96804984AE}" srcOrd="12" destOrd="0" presId="urn:microsoft.com/office/officeart/2018/5/layout/IconLeafLabelList"/>
    <dgm:cxn modelId="{89427447-386A-470A-920D-6854DC4B6194}" type="presParOf" srcId="{BA4F7B18-5E2E-41D9-A644-CE96804984AE}" destId="{84AEF40C-2156-4FD7-A423-A4BB2D3A4C46}" srcOrd="0" destOrd="0" presId="urn:microsoft.com/office/officeart/2018/5/layout/IconLeafLabelList"/>
    <dgm:cxn modelId="{F743D1C5-0EB3-4A58-8B4E-75C3EC6B8C4C}" type="presParOf" srcId="{BA4F7B18-5E2E-41D9-A644-CE96804984AE}" destId="{C5A688AF-E97E-4EBD-BDB2-20B1BE4CE991}" srcOrd="1" destOrd="0" presId="urn:microsoft.com/office/officeart/2018/5/layout/IconLeafLabelList"/>
    <dgm:cxn modelId="{848BFFF4-45DA-4C9A-9207-22DF286827A0}" type="presParOf" srcId="{BA4F7B18-5E2E-41D9-A644-CE96804984AE}" destId="{C27C62B2-CF69-4803-A53A-F032DA522729}" srcOrd="2" destOrd="0" presId="urn:microsoft.com/office/officeart/2018/5/layout/IconLeafLabelList"/>
    <dgm:cxn modelId="{438BC22F-DA1D-466E-BCBA-52C8063DC035}" type="presParOf" srcId="{BA4F7B18-5E2E-41D9-A644-CE96804984AE}" destId="{F5103835-84E1-42A0-9EE6-CA0812BA568B}" srcOrd="3" destOrd="0" presId="urn:microsoft.com/office/officeart/2018/5/layout/IconLeafLabelList"/>
    <dgm:cxn modelId="{B6C0DD37-D7A4-4947-929E-83D339602192}" type="presParOf" srcId="{88AFF073-D1CC-4256-A746-4D3BFC646F6E}" destId="{74A8F73E-5881-4E30-9ECB-68C66B8B632C}" srcOrd="13" destOrd="0" presId="urn:microsoft.com/office/officeart/2018/5/layout/IconLeafLabelList"/>
    <dgm:cxn modelId="{5BA0C834-50D5-4F04-B9A1-20CA415B5B9B}" type="presParOf" srcId="{88AFF073-D1CC-4256-A746-4D3BFC646F6E}" destId="{138B4914-D285-4BDE-B590-587D082B5ECB}" srcOrd="14" destOrd="0" presId="urn:microsoft.com/office/officeart/2018/5/layout/IconLeafLabelList"/>
    <dgm:cxn modelId="{B30C826B-520D-4D47-811A-DF3C63676610}" type="presParOf" srcId="{138B4914-D285-4BDE-B590-587D082B5ECB}" destId="{D5EAC35C-1B3D-4185-B381-141F84039FB0}" srcOrd="0" destOrd="0" presId="urn:microsoft.com/office/officeart/2018/5/layout/IconLeafLabelList"/>
    <dgm:cxn modelId="{F6701514-44D5-4E3C-A6EF-0CDA9188679F}" type="presParOf" srcId="{138B4914-D285-4BDE-B590-587D082B5ECB}" destId="{30FEBA91-A2C3-47E9-B7A3-C328F827C971}" srcOrd="1" destOrd="0" presId="urn:microsoft.com/office/officeart/2018/5/layout/IconLeafLabelList"/>
    <dgm:cxn modelId="{970BA610-2655-4EBA-BD0C-D9304F806B6E}" type="presParOf" srcId="{138B4914-D285-4BDE-B590-587D082B5ECB}" destId="{1395C936-04AB-4727-A7E4-1E7AF281F28C}" srcOrd="2" destOrd="0" presId="urn:microsoft.com/office/officeart/2018/5/layout/IconLeafLabelList"/>
    <dgm:cxn modelId="{3B1309D9-8C1B-42EE-96AE-10289705F15F}" type="presParOf" srcId="{138B4914-D285-4BDE-B590-587D082B5ECB}" destId="{1190AB17-859F-4124-A2F9-875429E62546}" srcOrd="3" destOrd="0" presId="urn:microsoft.com/office/officeart/2018/5/layout/IconLeafLabelList"/>
    <dgm:cxn modelId="{32B9C902-C054-4EC9-B2A5-9D4213EE6E14}" type="presParOf" srcId="{88AFF073-D1CC-4256-A746-4D3BFC646F6E}" destId="{9A259C00-0993-4CC2-AFA5-01AD0468C0A5}" srcOrd="15" destOrd="0" presId="urn:microsoft.com/office/officeart/2018/5/layout/IconLeafLabelList"/>
    <dgm:cxn modelId="{924E99AA-9235-4888-A284-BEECA6509EA9}" type="presParOf" srcId="{88AFF073-D1CC-4256-A746-4D3BFC646F6E}" destId="{22420FB9-EC5A-462F-B2F5-6ED912D4A464}" srcOrd="16" destOrd="0" presId="urn:microsoft.com/office/officeart/2018/5/layout/IconLeafLabelList"/>
    <dgm:cxn modelId="{31F6096F-19A5-45A1-B053-FB525B86BD22}" type="presParOf" srcId="{22420FB9-EC5A-462F-B2F5-6ED912D4A464}" destId="{A0BFDABF-3B4C-4198-844A-1676B0864C46}" srcOrd="0" destOrd="0" presId="urn:microsoft.com/office/officeart/2018/5/layout/IconLeafLabelList"/>
    <dgm:cxn modelId="{4026A906-7C35-437A-AB82-4D94122E0043}" type="presParOf" srcId="{22420FB9-EC5A-462F-B2F5-6ED912D4A464}" destId="{76ADF0FA-9941-4525-89F1-E809F1C2FD36}" srcOrd="1" destOrd="0" presId="urn:microsoft.com/office/officeart/2018/5/layout/IconLeafLabelList"/>
    <dgm:cxn modelId="{D9717977-5F14-41FD-8181-6732F1556665}" type="presParOf" srcId="{22420FB9-EC5A-462F-B2F5-6ED912D4A464}" destId="{1BCD91D4-1509-4D5A-B7E6-722FD30372EC}" srcOrd="2" destOrd="0" presId="urn:microsoft.com/office/officeart/2018/5/layout/IconLeafLabelList"/>
    <dgm:cxn modelId="{720EDAE7-AA05-4D70-8C4A-87A4B2FAC38B}" type="presParOf" srcId="{22420FB9-EC5A-462F-B2F5-6ED912D4A464}" destId="{D4013711-8CED-4345-B109-A4EC82D87AF3}" srcOrd="3" destOrd="0" presId="urn:microsoft.com/office/officeart/2018/5/layout/IconLeafLabelList"/>
    <dgm:cxn modelId="{00CF10A0-95D7-43CB-BF2F-E388DF2765B4}" type="presParOf" srcId="{88AFF073-D1CC-4256-A746-4D3BFC646F6E}" destId="{77B4C9F0-4948-4EC3-9B14-0136ED96B0A7}" srcOrd="17" destOrd="0" presId="urn:microsoft.com/office/officeart/2018/5/layout/IconLeafLabelList"/>
    <dgm:cxn modelId="{CF14CB06-F7CB-49B4-9C5D-53EEC1B575B8}" type="presParOf" srcId="{88AFF073-D1CC-4256-A746-4D3BFC646F6E}" destId="{CD5A44D4-C3DC-40BD-9610-54F47D425504}" srcOrd="18" destOrd="0" presId="urn:microsoft.com/office/officeart/2018/5/layout/IconLeafLabelList"/>
    <dgm:cxn modelId="{1F085C19-C3A5-4EE7-B0D9-69D2FBE0E959}" type="presParOf" srcId="{CD5A44D4-C3DC-40BD-9610-54F47D425504}" destId="{B498BBDF-9BCD-40EF-AEEA-1ACB56B47829}" srcOrd="0" destOrd="0" presId="urn:microsoft.com/office/officeart/2018/5/layout/IconLeafLabelList"/>
    <dgm:cxn modelId="{592E0DFF-FD43-4563-ABEA-5E7DE3F72DC7}" type="presParOf" srcId="{CD5A44D4-C3DC-40BD-9610-54F47D425504}" destId="{FAD6807F-91E0-4061-A156-406E572BBDFC}" srcOrd="1" destOrd="0" presId="urn:microsoft.com/office/officeart/2018/5/layout/IconLeafLabelList"/>
    <dgm:cxn modelId="{D285090D-0263-4D09-A301-134923708A41}" type="presParOf" srcId="{CD5A44D4-C3DC-40BD-9610-54F47D425504}" destId="{358A6BDB-FA7E-4374-A368-4DCA05F375A2}" srcOrd="2" destOrd="0" presId="urn:microsoft.com/office/officeart/2018/5/layout/IconLeafLabelList"/>
    <dgm:cxn modelId="{EA67929B-5613-4768-88AA-A104B2F65387}" type="presParOf" srcId="{CD5A44D4-C3DC-40BD-9610-54F47D425504}" destId="{2F109510-3545-4E67-BCB3-B78AB7D77A1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7D61F0-3B9E-4DA4-A7C1-2F65657BAD6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BF58442-FFE8-4C6D-B3BB-1E5CC7C8054B}">
      <dgm:prSet/>
      <dgm:spPr/>
      <dgm:t>
        <a:bodyPr/>
        <a:lstStyle/>
        <a:p>
          <a:r>
            <a:rPr lang="fr-FR" noProof="0" dirty="0"/>
            <a:t>Etude du Laboratoire PIMENT Université de la Réunion</a:t>
          </a:r>
        </a:p>
      </dgm:t>
    </dgm:pt>
    <dgm:pt modelId="{4E21EBB4-8B3E-44E2-88D0-4EC3AA5D1631}" type="parTrans" cxnId="{D6730E97-4A70-45DA-AB94-1861AC9E30ED}">
      <dgm:prSet/>
      <dgm:spPr/>
      <dgm:t>
        <a:bodyPr/>
        <a:lstStyle/>
        <a:p>
          <a:endParaRPr lang="en-US"/>
        </a:p>
      </dgm:t>
    </dgm:pt>
    <dgm:pt modelId="{446A61B6-37A6-4427-9E45-826DB0F784E0}" type="sibTrans" cxnId="{D6730E97-4A70-45DA-AB94-1861AC9E30ED}">
      <dgm:prSet/>
      <dgm:spPr/>
      <dgm:t>
        <a:bodyPr/>
        <a:lstStyle/>
        <a:p>
          <a:endParaRPr lang="en-US"/>
        </a:p>
      </dgm:t>
    </dgm:pt>
    <dgm:pt modelId="{D4F6BF53-AA63-4841-81DF-6CBBE0C40CDC}">
      <dgm:prSet/>
      <dgm:spPr/>
      <dgm:t>
        <a:bodyPr/>
        <a:lstStyle/>
        <a:p>
          <a:r>
            <a:rPr lang="fr-FR" noProof="0" dirty="0"/>
            <a:t>Fonctionnel de 2019 - 2024</a:t>
          </a:r>
        </a:p>
      </dgm:t>
    </dgm:pt>
    <dgm:pt modelId="{B6F9E90B-8B8D-4FE5-AE6C-C7E8441C6A0F}" type="parTrans" cxnId="{139E1CA1-A340-4F19-8DB8-94BAE4150264}">
      <dgm:prSet/>
      <dgm:spPr/>
      <dgm:t>
        <a:bodyPr/>
        <a:lstStyle/>
        <a:p>
          <a:endParaRPr lang="en-US"/>
        </a:p>
      </dgm:t>
    </dgm:pt>
    <dgm:pt modelId="{B94369D9-758C-445F-97F2-E92C2936BC04}" type="sibTrans" cxnId="{139E1CA1-A340-4F19-8DB8-94BAE4150264}">
      <dgm:prSet/>
      <dgm:spPr/>
      <dgm:t>
        <a:bodyPr/>
        <a:lstStyle/>
        <a:p>
          <a:endParaRPr lang="en-US"/>
        </a:p>
      </dgm:t>
    </dgm:pt>
    <dgm:pt modelId="{BB243345-64FA-46EA-BBE5-02EEA8BC0597}">
      <dgm:prSet/>
      <dgm:spPr/>
      <dgm:t>
        <a:bodyPr/>
        <a:lstStyle/>
        <a:p>
          <a:r>
            <a:rPr lang="fr-FR" noProof="0" dirty="0"/>
            <a:t>Implémentation par le SIDELEC dans le cirque de Mafate</a:t>
          </a:r>
        </a:p>
      </dgm:t>
    </dgm:pt>
    <dgm:pt modelId="{C707B079-7043-4B40-9336-9F1F372D65DA}" type="parTrans" cxnId="{346B4C62-3A05-4AC0-B12F-8C9760811280}">
      <dgm:prSet/>
      <dgm:spPr/>
      <dgm:t>
        <a:bodyPr/>
        <a:lstStyle/>
        <a:p>
          <a:endParaRPr lang="en-US"/>
        </a:p>
      </dgm:t>
    </dgm:pt>
    <dgm:pt modelId="{3862DFC9-98E0-48E1-B5C3-1C07A3793A3A}" type="sibTrans" cxnId="{346B4C62-3A05-4AC0-B12F-8C9760811280}">
      <dgm:prSet/>
      <dgm:spPr/>
      <dgm:t>
        <a:bodyPr/>
        <a:lstStyle/>
        <a:p>
          <a:endParaRPr lang="en-US"/>
        </a:p>
      </dgm:t>
    </dgm:pt>
    <dgm:pt modelId="{CC684C95-542E-4368-8557-53EA62DE3044}" type="pres">
      <dgm:prSet presAssocID="{B67D61F0-3B9E-4DA4-A7C1-2F65657BAD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6CDA59-F70E-429E-82EB-6536447C2E41}" type="pres">
      <dgm:prSet presAssocID="{1BF58442-FFE8-4C6D-B3BB-1E5CC7C8054B}" presName="hierRoot1" presStyleCnt="0"/>
      <dgm:spPr/>
    </dgm:pt>
    <dgm:pt modelId="{8C1E8106-1DD9-412B-AECB-E9FB37F2A035}" type="pres">
      <dgm:prSet presAssocID="{1BF58442-FFE8-4C6D-B3BB-1E5CC7C8054B}" presName="composite" presStyleCnt="0"/>
      <dgm:spPr/>
    </dgm:pt>
    <dgm:pt modelId="{AD69A922-74B1-4CA1-B71E-987FC27ADE7A}" type="pres">
      <dgm:prSet presAssocID="{1BF58442-FFE8-4C6D-B3BB-1E5CC7C8054B}" presName="background" presStyleLbl="node0" presStyleIdx="0" presStyleCnt="3"/>
      <dgm:spPr/>
    </dgm:pt>
    <dgm:pt modelId="{B31F8440-5EFA-47C2-AF1F-A819DB6295D6}" type="pres">
      <dgm:prSet presAssocID="{1BF58442-FFE8-4C6D-B3BB-1E5CC7C8054B}" presName="text" presStyleLbl="fgAcc0" presStyleIdx="0" presStyleCnt="3">
        <dgm:presLayoutVars>
          <dgm:chPref val="3"/>
        </dgm:presLayoutVars>
      </dgm:prSet>
      <dgm:spPr/>
    </dgm:pt>
    <dgm:pt modelId="{F1EA3C70-F0A8-4FBB-A339-FC6CC6E6A0F7}" type="pres">
      <dgm:prSet presAssocID="{1BF58442-FFE8-4C6D-B3BB-1E5CC7C8054B}" presName="hierChild2" presStyleCnt="0"/>
      <dgm:spPr/>
    </dgm:pt>
    <dgm:pt modelId="{296FC20C-E99F-41BC-A564-365B232EE28B}" type="pres">
      <dgm:prSet presAssocID="{D4F6BF53-AA63-4841-81DF-6CBBE0C40CDC}" presName="hierRoot1" presStyleCnt="0"/>
      <dgm:spPr/>
    </dgm:pt>
    <dgm:pt modelId="{11902CB5-AC19-4565-B75A-0A233A61F785}" type="pres">
      <dgm:prSet presAssocID="{D4F6BF53-AA63-4841-81DF-6CBBE0C40CDC}" presName="composite" presStyleCnt="0"/>
      <dgm:spPr/>
    </dgm:pt>
    <dgm:pt modelId="{D75BD309-B7B9-4E6A-BF26-406CE46682AE}" type="pres">
      <dgm:prSet presAssocID="{D4F6BF53-AA63-4841-81DF-6CBBE0C40CDC}" presName="background" presStyleLbl="node0" presStyleIdx="1" presStyleCnt="3"/>
      <dgm:spPr/>
    </dgm:pt>
    <dgm:pt modelId="{B50334E0-2093-4570-B367-C23927EF4785}" type="pres">
      <dgm:prSet presAssocID="{D4F6BF53-AA63-4841-81DF-6CBBE0C40CDC}" presName="text" presStyleLbl="fgAcc0" presStyleIdx="1" presStyleCnt="3">
        <dgm:presLayoutVars>
          <dgm:chPref val="3"/>
        </dgm:presLayoutVars>
      </dgm:prSet>
      <dgm:spPr/>
    </dgm:pt>
    <dgm:pt modelId="{F1D2FB6F-63D3-4EBD-A660-2EC1EFD4E3AF}" type="pres">
      <dgm:prSet presAssocID="{D4F6BF53-AA63-4841-81DF-6CBBE0C40CDC}" presName="hierChild2" presStyleCnt="0"/>
      <dgm:spPr/>
    </dgm:pt>
    <dgm:pt modelId="{9A0D4C88-C874-413D-94DE-C08FD6C91ACF}" type="pres">
      <dgm:prSet presAssocID="{BB243345-64FA-46EA-BBE5-02EEA8BC0597}" presName="hierRoot1" presStyleCnt="0"/>
      <dgm:spPr/>
    </dgm:pt>
    <dgm:pt modelId="{4EA1BF09-B401-4087-9617-7DA3BF5E2A18}" type="pres">
      <dgm:prSet presAssocID="{BB243345-64FA-46EA-BBE5-02EEA8BC0597}" presName="composite" presStyleCnt="0"/>
      <dgm:spPr/>
    </dgm:pt>
    <dgm:pt modelId="{0FC47FA0-DDA1-4FE7-A24E-495B52CD08FF}" type="pres">
      <dgm:prSet presAssocID="{BB243345-64FA-46EA-BBE5-02EEA8BC0597}" presName="background" presStyleLbl="node0" presStyleIdx="2" presStyleCnt="3"/>
      <dgm:spPr/>
    </dgm:pt>
    <dgm:pt modelId="{BE4D9F77-2315-4345-8946-8350A97A3A1B}" type="pres">
      <dgm:prSet presAssocID="{BB243345-64FA-46EA-BBE5-02EEA8BC0597}" presName="text" presStyleLbl="fgAcc0" presStyleIdx="2" presStyleCnt="3">
        <dgm:presLayoutVars>
          <dgm:chPref val="3"/>
        </dgm:presLayoutVars>
      </dgm:prSet>
      <dgm:spPr/>
    </dgm:pt>
    <dgm:pt modelId="{2ADCF28B-4C80-457F-9448-1F12607882AA}" type="pres">
      <dgm:prSet presAssocID="{BB243345-64FA-46EA-BBE5-02EEA8BC0597}" presName="hierChild2" presStyleCnt="0"/>
      <dgm:spPr/>
    </dgm:pt>
  </dgm:ptLst>
  <dgm:cxnLst>
    <dgm:cxn modelId="{C86C2C5F-7A84-4E56-8FC9-9E306113EBAE}" type="presOf" srcId="{B67D61F0-3B9E-4DA4-A7C1-2F65657BAD67}" destId="{CC684C95-542E-4368-8557-53EA62DE3044}" srcOrd="0" destOrd="0" presId="urn:microsoft.com/office/officeart/2005/8/layout/hierarchy1"/>
    <dgm:cxn modelId="{346B4C62-3A05-4AC0-B12F-8C9760811280}" srcId="{B67D61F0-3B9E-4DA4-A7C1-2F65657BAD67}" destId="{BB243345-64FA-46EA-BBE5-02EEA8BC0597}" srcOrd="2" destOrd="0" parTransId="{C707B079-7043-4B40-9336-9F1F372D65DA}" sibTransId="{3862DFC9-98E0-48E1-B5C3-1C07A3793A3A}"/>
    <dgm:cxn modelId="{D6730E97-4A70-45DA-AB94-1861AC9E30ED}" srcId="{B67D61F0-3B9E-4DA4-A7C1-2F65657BAD67}" destId="{1BF58442-FFE8-4C6D-B3BB-1E5CC7C8054B}" srcOrd="0" destOrd="0" parTransId="{4E21EBB4-8B3E-44E2-88D0-4EC3AA5D1631}" sibTransId="{446A61B6-37A6-4427-9E45-826DB0F784E0}"/>
    <dgm:cxn modelId="{139E1CA1-A340-4F19-8DB8-94BAE4150264}" srcId="{B67D61F0-3B9E-4DA4-A7C1-2F65657BAD67}" destId="{D4F6BF53-AA63-4841-81DF-6CBBE0C40CDC}" srcOrd="1" destOrd="0" parTransId="{B6F9E90B-8B8D-4FE5-AE6C-C7E8441C6A0F}" sibTransId="{B94369D9-758C-445F-97F2-E92C2936BC04}"/>
    <dgm:cxn modelId="{8ED1CBC1-5058-496B-B95C-D7D1BDF00D89}" type="presOf" srcId="{1BF58442-FFE8-4C6D-B3BB-1E5CC7C8054B}" destId="{B31F8440-5EFA-47C2-AF1F-A819DB6295D6}" srcOrd="0" destOrd="0" presId="urn:microsoft.com/office/officeart/2005/8/layout/hierarchy1"/>
    <dgm:cxn modelId="{0483FED0-76DC-4FF9-9FDB-4D33001B3E08}" type="presOf" srcId="{BB243345-64FA-46EA-BBE5-02EEA8BC0597}" destId="{BE4D9F77-2315-4345-8946-8350A97A3A1B}" srcOrd="0" destOrd="0" presId="urn:microsoft.com/office/officeart/2005/8/layout/hierarchy1"/>
    <dgm:cxn modelId="{60C2BDF5-A14D-47C6-83AD-7B4A1692AD48}" type="presOf" srcId="{D4F6BF53-AA63-4841-81DF-6CBBE0C40CDC}" destId="{B50334E0-2093-4570-B367-C23927EF4785}" srcOrd="0" destOrd="0" presId="urn:microsoft.com/office/officeart/2005/8/layout/hierarchy1"/>
    <dgm:cxn modelId="{C1396085-6F55-46A0-B6E9-E9BB86991E81}" type="presParOf" srcId="{CC684C95-542E-4368-8557-53EA62DE3044}" destId="{966CDA59-F70E-429E-82EB-6536447C2E41}" srcOrd="0" destOrd="0" presId="urn:microsoft.com/office/officeart/2005/8/layout/hierarchy1"/>
    <dgm:cxn modelId="{49A90669-553F-4577-8A5E-13659D21991C}" type="presParOf" srcId="{966CDA59-F70E-429E-82EB-6536447C2E41}" destId="{8C1E8106-1DD9-412B-AECB-E9FB37F2A035}" srcOrd="0" destOrd="0" presId="urn:microsoft.com/office/officeart/2005/8/layout/hierarchy1"/>
    <dgm:cxn modelId="{56372085-3A00-45AD-B2CA-E4D636000103}" type="presParOf" srcId="{8C1E8106-1DD9-412B-AECB-E9FB37F2A035}" destId="{AD69A922-74B1-4CA1-B71E-987FC27ADE7A}" srcOrd="0" destOrd="0" presId="urn:microsoft.com/office/officeart/2005/8/layout/hierarchy1"/>
    <dgm:cxn modelId="{3650AF49-9C60-44BF-9CB4-1E588E267C02}" type="presParOf" srcId="{8C1E8106-1DD9-412B-AECB-E9FB37F2A035}" destId="{B31F8440-5EFA-47C2-AF1F-A819DB6295D6}" srcOrd="1" destOrd="0" presId="urn:microsoft.com/office/officeart/2005/8/layout/hierarchy1"/>
    <dgm:cxn modelId="{8E267833-1D8D-4CB4-A6AC-B852D19BFBA9}" type="presParOf" srcId="{966CDA59-F70E-429E-82EB-6536447C2E41}" destId="{F1EA3C70-F0A8-4FBB-A339-FC6CC6E6A0F7}" srcOrd="1" destOrd="0" presId="urn:microsoft.com/office/officeart/2005/8/layout/hierarchy1"/>
    <dgm:cxn modelId="{D9059DA6-A80B-4D73-BC3B-ECE8B6D57E9B}" type="presParOf" srcId="{CC684C95-542E-4368-8557-53EA62DE3044}" destId="{296FC20C-E99F-41BC-A564-365B232EE28B}" srcOrd="1" destOrd="0" presId="urn:microsoft.com/office/officeart/2005/8/layout/hierarchy1"/>
    <dgm:cxn modelId="{F0D7AB68-07B3-473F-95AC-B568BE60EC06}" type="presParOf" srcId="{296FC20C-E99F-41BC-A564-365B232EE28B}" destId="{11902CB5-AC19-4565-B75A-0A233A61F785}" srcOrd="0" destOrd="0" presId="urn:microsoft.com/office/officeart/2005/8/layout/hierarchy1"/>
    <dgm:cxn modelId="{F1868A27-CD61-48A9-B534-B93EF6D280F7}" type="presParOf" srcId="{11902CB5-AC19-4565-B75A-0A233A61F785}" destId="{D75BD309-B7B9-4E6A-BF26-406CE46682AE}" srcOrd="0" destOrd="0" presId="urn:microsoft.com/office/officeart/2005/8/layout/hierarchy1"/>
    <dgm:cxn modelId="{2AE204D1-A7A6-4C40-9402-BF075FE85ABB}" type="presParOf" srcId="{11902CB5-AC19-4565-B75A-0A233A61F785}" destId="{B50334E0-2093-4570-B367-C23927EF4785}" srcOrd="1" destOrd="0" presId="urn:microsoft.com/office/officeart/2005/8/layout/hierarchy1"/>
    <dgm:cxn modelId="{A7C8CBF1-FAB7-4FE2-B2CB-961423197294}" type="presParOf" srcId="{296FC20C-E99F-41BC-A564-365B232EE28B}" destId="{F1D2FB6F-63D3-4EBD-A660-2EC1EFD4E3AF}" srcOrd="1" destOrd="0" presId="urn:microsoft.com/office/officeart/2005/8/layout/hierarchy1"/>
    <dgm:cxn modelId="{27074D0A-62F4-46BF-A54F-3C4B5ABD08ED}" type="presParOf" srcId="{CC684C95-542E-4368-8557-53EA62DE3044}" destId="{9A0D4C88-C874-413D-94DE-C08FD6C91ACF}" srcOrd="2" destOrd="0" presId="urn:microsoft.com/office/officeart/2005/8/layout/hierarchy1"/>
    <dgm:cxn modelId="{00675F2C-569D-4462-8D0B-B00D52779246}" type="presParOf" srcId="{9A0D4C88-C874-413D-94DE-C08FD6C91ACF}" destId="{4EA1BF09-B401-4087-9617-7DA3BF5E2A18}" srcOrd="0" destOrd="0" presId="urn:microsoft.com/office/officeart/2005/8/layout/hierarchy1"/>
    <dgm:cxn modelId="{9662151B-A78A-4A9E-A4D9-E0FB96FC8F01}" type="presParOf" srcId="{4EA1BF09-B401-4087-9617-7DA3BF5E2A18}" destId="{0FC47FA0-DDA1-4FE7-A24E-495B52CD08FF}" srcOrd="0" destOrd="0" presId="urn:microsoft.com/office/officeart/2005/8/layout/hierarchy1"/>
    <dgm:cxn modelId="{53098E1E-F045-467F-A58B-967A7668E9DF}" type="presParOf" srcId="{4EA1BF09-B401-4087-9617-7DA3BF5E2A18}" destId="{BE4D9F77-2315-4345-8946-8350A97A3A1B}" srcOrd="1" destOrd="0" presId="urn:microsoft.com/office/officeart/2005/8/layout/hierarchy1"/>
    <dgm:cxn modelId="{0796B114-B06B-4A38-960C-43489E9A714D}" type="presParOf" srcId="{9A0D4C88-C874-413D-94DE-C08FD6C91ACF}" destId="{2ADCF28B-4C80-457F-9448-1F12607882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0CF5AC-FC4E-4F84-9E2C-3E9F615ED9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D4E9DE6-20C1-49C2-92B0-D38AACE4234C}">
      <dgm:prSet/>
      <dgm:spPr/>
      <dgm:t>
        <a:bodyPr/>
        <a:lstStyle/>
        <a:p>
          <a:r>
            <a:rPr lang="fr-FR" noProof="0" dirty="0"/>
            <a:t>Intégrer les nouvelles fonctionnalités de mes collègues 2026</a:t>
          </a:r>
        </a:p>
      </dgm:t>
    </dgm:pt>
    <dgm:pt modelId="{7CB67D34-22B6-409C-A290-F4AD4536CECD}" type="parTrans" cxnId="{CA8C77EF-C0DC-41F2-B096-EED231E0FF71}">
      <dgm:prSet/>
      <dgm:spPr/>
      <dgm:t>
        <a:bodyPr/>
        <a:lstStyle/>
        <a:p>
          <a:endParaRPr lang="en-US"/>
        </a:p>
      </dgm:t>
    </dgm:pt>
    <dgm:pt modelId="{9CA3CD72-4299-41B8-B52C-4CF45D8BF90F}" type="sibTrans" cxnId="{CA8C77EF-C0DC-41F2-B096-EED231E0FF71}">
      <dgm:prSet/>
      <dgm:spPr/>
      <dgm:t>
        <a:bodyPr/>
        <a:lstStyle/>
        <a:p>
          <a:endParaRPr lang="en-US"/>
        </a:p>
      </dgm:t>
    </dgm:pt>
    <dgm:pt modelId="{D845C2E0-A3BA-46CF-BD56-583CB72CED55}">
      <dgm:prSet/>
      <dgm:spPr/>
      <dgm:t>
        <a:bodyPr/>
        <a:lstStyle/>
        <a:p>
          <a:r>
            <a:rPr lang="fr-FR" noProof="0" dirty="0"/>
            <a:t>Intégrer toutes les données N0 à N7 (actuellement seulement N6)</a:t>
          </a:r>
        </a:p>
      </dgm:t>
    </dgm:pt>
    <dgm:pt modelId="{1D7D87CC-767F-46B0-9BD0-2F3D747921F5}" type="parTrans" cxnId="{8C3473BB-BC0D-4437-B718-6AF2D8DB2D19}">
      <dgm:prSet/>
      <dgm:spPr/>
      <dgm:t>
        <a:bodyPr/>
        <a:lstStyle/>
        <a:p>
          <a:endParaRPr lang="en-US"/>
        </a:p>
      </dgm:t>
    </dgm:pt>
    <dgm:pt modelId="{16DDA869-6173-4B8C-8A84-CCA4B04343EA}" type="sibTrans" cxnId="{8C3473BB-BC0D-4437-B718-6AF2D8DB2D19}">
      <dgm:prSet/>
      <dgm:spPr/>
      <dgm:t>
        <a:bodyPr/>
        <a:lstStyle/>
        <a:p>
          <a:endParaRPr lang="en-US"/>
        </a:p>
      </dgm:t>
    </dgm:pt>
    <dgm:pt modelId="{E48BA194-FD6B-4530-85EF-898C285CD93D}">
      <dgm:prSet/>
      <dgm:spPr/>
      <dgm:t>
        <a:bodyPr/>
        <a:lstStyle/>
        <a:p>
          <a:r>
            <a:rPr lang="fr-FR" noProof="0" dirty="0"/>
            <a:t>Visualisation des données sur le site web</a:t>
          </a:r>
        </a:p>
      </dgm:t>
    </dgm:pt>
    <dgm:pt modelId="{8997A43B-8066-4DA0-9396-95592F6DF0FA}" type="parTrans" cxnId="{63F043A0-2958-4DD5-A7D4-129C9A1A668D}">
      <dgm:prSet/>
      <dgm:spPr/>
      <dgm:t>
        <a:bodyPr/>
        <a:lstStyle/>
        <a:p>
          <a:endParaRPr lang="en-US"/>
        </a:p>
      </dgm:t>
    </dgm:pt>
    <dgm:pt modelId="{1F6C27A4-22F4-4410-83C6-870864D584B6}" type="sibTrans" cxnId="{63F043A0-2958-4DD5-A7D4-129C9A1A668D}">
      <dgm:prSet/>
      <dgm:spPr/>
      <dgm:t>
        <a:bodyPr/>
        <a:lstStyle/>
        <a:p>
          <a:endParaRPr lang="en-US"/>
        </a:p>
      </dgm:t>
    </dgm:pt>
    <dgm:pt modelId="{9B4B2450-AAF1-4421-9415-C970669F9755}">
      <dgm:prSet/>
      <dgm:spPr/>
      <dgm:t>
        <a:bodyPr/>
        <a:lstStyle/>
        <a:p>
          <a:r>
            <a:rPr lang="fr-FR" noProof="0" dirty="0"/>
            <a:t>Correction des codes</a:t>
          </a:r>
        </a:p>
      </dgm:t>
    </dgm:pt>
    <dgm:pt modelId="{1F3BA88C-97C2-4980-928D-287DD4E2FCA1}" type="parTrans" cxnId="{D169EE61-0935-4A7D-ACAE-0EF8F56F5DD4}">
      <dgm:prSet/>
      <dgm:spPr/>
      <dgm:t>
        <a:bodyPr/>
        <a:lstStyle/>
        <a:p>
          <a:endParaRPr lang="en-US"/>
        </a:p>
      </dgm:t>
    </dgm:pt>
    <dgm:pt modelId="{73DFE7A8-69F1-4E52-9430-6E1443617DC8}" type="sibTrans" cxnId="{D169EE61-0935-4A7D-ACAE-0EF8F56F5DD4}">
      <dgm:prSet/>
      <dgm:spPr/>
      <dgm:t>
        <a:bodyPr/>
        <a:lstStyle/>
        <a:p>
          <a:endParaRPr lang="en-US"/>
        </a:p>
      </dgm:t>
    </dgm:pt>
    <dgm:pt modelId="{6A44FCAA-5022-42DC-9825-50F1177C88E6}" type="pres">
      <dgm:prSet presAssocID="{460CF5AC-FC4E-4F84-9E2C-3E9F615ED91E}" presName="root" presStyleCnt="0">
        <dgm:presLayoutVars>
          <dgm:dir/>
          <dgm:resizeHandles val="exact"/>
        </dgm:presLayoutVars>
      </dgm:prSet>
      <dgm:spPr/>
    </dgm:pt>
    <dgm:pt modelId="{7902B616-085A-4FCD-B12B-CD66D8FA4998}" type="pres">
      <dgm:prSet presAssocID="{DD4E9DE6-20C1-49C2-92B0-D38AACE4234C}" presName="compNode" presStyleCnt="0"/>
      <dgm:spPr/>
    </dgm:pt>
    <dgm:pt modelId="{D63AB32D-9F76-4487-B9A6-CB70CAB08895}" type="pres">
      <dgm:prSet presAssocID="{DD4E9DE6-20C1-49C2-92B0-D38AACE4234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42EB9186-5E31-460D-9416-C54265A9CB42}" type="pres">
      <dgm:prSet presAssocID="{DD4E9DE6-20C1-49C2-92B0-D38AACE4234C}" presName="spaceRect" presStyleCnt="0"/>
      <dgm:spPr/>
    </dgm:pt>
    <dgm:pt modelId="{083FD422-1E69-43CE-8D80-FCEA9244C89B}" type="pres">
      <dgm:prSet presAssocID="{DD4E9DE6-20C1-49C2-92B0-D38AACE4234C}" presName="textRect" presStyleLbl="revTx" presStyleIdx="0" presStyleCnt="4">
        <dgm:presLayoutVars>
          <dgm:chMax val="1"/>
          <dgm:chPref val="1"/>
        </dgm:presLayoutVars>
      </dgm:prSet>
      <dgm:spPr/>
    </dgm:pt>
    <dgm:pt modelId="{5FCF9F90-C97F-468F-8F36-4F0E647CC49A}" type="pres">
      <dgm:prSet presAssocID="{9CA3CD72-4299-41B8-B52C-4CF45D8BF90F}" presName="sibTrans" presStyleCnt="0"/>
      <dgm:spPr/>
    </dgm:pt>
    <dgm:pt modelId="{A5DA6A41-8722-4B96-A556-4ABDA3FB54AE}" type="pres">
      <dgm:prSet presAssocID="{D845C2E0-A3BA-46CF-BD56-583CB72CED55}" presName="compNode" presStyleCnt="0"/>
      <dgm:spPr/>
    </dgm:pt>
    <dgm:pt modelId="{99657CFB-34E8-4BC8-8217-8868B0294A86}" type="pres">
      <dgm:prSet presAssocID="{D845C2E0-A3BA-46CF-BD56-583CB72CED5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05BBBA65-B237-4CDD-9374-BCA4F2CB9647}" type="pres">
      <dgm:prSet presAssocID="{D845C2E0-A3BA-46CF-BD56-583CB72CED55}" presName="spaceRect" presStyleCnt="0"/>
      <dgm:spPr/>
    </dgm:pt>
    <dgm:pt modelId="{210DFA9D-136F-4C0E-8C34-39A79B43AAC2}" type="pres">
      <dgm:prSet presAssocID="{D845C2E0-A3BA-46CF-BD56-583CB72CED55}" presName="textRect" presStyleLbl="revTx" presStyleIdx="1" presStyleCnt="4">
        <dgm:presLayoutVars>
          <dgm:chMax val="1"/>
          <dgm:chPref val="1"/>
        </dgm:presLayoutVars>
      </dgm:prSet>
      <dgm:spPr/>
    </dgm:pt>
    <dgm:pt modelId="{C25FFA53-23A4-48D1-A3AF-A0304D349202}" type="pres">
      <dgm:prSet presAssocID="{16DDA869-6173-4B8C-8A84-CCA4B04343EA}" presName="sibTrans" presStyleCnt="0"/>
      <dgm:spPr/>
    </dgm:pt>
    <dgm:pt modelId="{C41398E5-1B40-4F21-ABB5-C82DF93204FD}" type="pres">
      <dgm:prSet presAssocID="{E48BA194-FD6B-4530-85EF-898C285CD93D}" presName="compNode" presStyleCnt="0"/>
      <dgm:spPr/>
    </dgm:pt>
    <dgm:pt modelId="{81DF2DCD-E066-42CF-9BF2-A65011FCA5CB}" type="pres">
      <dgm:prSet presAssocID="{E48BA194-FD6B-4530-85EF-898C285CD9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9A387933-BB28-4A8A-A016-F65A49D45BF7}" type="pres">
      <dgm:prSet presAssocID="{E48BA194-FD6B-4530-85EF-898C285CD93D}" presName="spaceRect" presStyleCnt="0"/>
      <dgm:spPr/>
    </dgm:pt>
    <dgm:pt modelId="{6C97850F-A855-4C64-811C-DA4D294E6EF5}" type="pres">
      <dgm:prSet presAssocID="{E48BA194-FD6B-4530-85EF-898C285CD93D}" presName="textRect" presStyleLbl="revTx" presStyleIdx="2" presStyleCnt="4">
        <dgm:presLayoutVars>
          <dgm:chMax val="1"/>
          <dgm:chPref val="1"/>
        </dgm:presLayoutVars>
      </dgm:prSet>
      <dgm:spPr/>
    </dgm:pt>
    <dgm:pt modelId="{D97CB8AB-3B01-4C47-89F3-A90A76B48F48}" type="pres">
      <dgm:prSet presAssocID="{1F6C27A4-22F4-4410-83C6-870864D584B6}" presName="sibTrans" presStyleCnt="0"/>
      <dgm:spPr/>
    </dgm:pt>
    <dgm:pt modelId="{4F01FAEF-3917-4AA5-AD91-F7DC227E5C62}" type="pres">
      <dgm:prSet presAssocID="{9B4B2450-AAF1-4421-9415-C970669F9755}" presName="compNode" presStyleCnt="0"/>
      <dgm:spPr/>
    </dgm:pt>
    <dgm:pt modelId="{64A9945E-30D3-4AF1-8453-6C18B61410C3}" type="pres">
      <dgm:prSet presAssocID="{9B4B2450-AAF1-4421-9415-C970669F9755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ue contour"/>
        </a:ext>
      </dgm:extLst>
    </dgm:pt>
    <dgm:pt modelId="{274885E7-9C38-4069-A164-3179C200EC19}" type="pres">
      <dgm:prSet presAssocID="{9B4B2450-AAF1-4421-9415-C970669F9755}" presName="spaceRect" presStyleCnt="0"/>
      <dgm:spPr/>
    </dgm:pt>
    <dgm:pt modelId="{B52A9B08-2596-4F10-AE8F-46AF5D441DB3}" type="pres">
      <dgm:prSet presAssocID="{9B4B2450-AAF1-4421-9415-C970669F97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02F014-4D52-4287-946B-D450972801A1}" type="presOf" srcId="{E48BA194-FD6B-4530-85EF-898C285CD93D}" destId="{6C97850F-A855-4C64-811C-DA4D294E6EF5}" srcOrd="0" destOrd="0" presId="urn:microsoft.com/office/officeart/2018/2/layout/IconLabelList"/>
    <dgm:cxn modelId="{D169EE61-0935-4A7D-ACAE-0EF8F56F5DD4}" srcId="{460CF5AC-FC4E-4F84-9E2C-3E9F615ED91E}" destId="{9B4B2450-AAF1-4421-9415-C970669F9755}" srcOrd="3" destOrd="0" parTransId="{1F3BA88C-97C2-4980-928D-287DD4E2FCA1}" sibTransId="{73DFE7A8-69F1-4E52-9430-6E1443617DC8}"/>
    <dgm:cxn modelId="{EE57F752-AF29-464E-980C-CA5AD3E5F7B9}" type="presOf" srcId="{D845C2E0-A3BA-46CF-BD56-583CB72CED55}" destId="{210DFA9D-136F-4C0E-8C34-39A79B43AAC2}" srcOrd="0" destOrd="0" presId="urn:microsoft.com/office/officeart/2018/2/layout/IconLabelList"/>
    <dgm:cxn modelId="{63F043A0-2958-4DD5-A7D4-129C9A1A668D}" srcId="{460CF5AC-FC4E-4F84-9E2C-3E9F615ED91E}" destId="{E48BA194-FD6B-4530-85EF-898C285CD93D}" srcOrd="2" destOrd="0" parTransId="{8997A43B-8066-4DA0-9396-95592F6DF0FA}" sibTransId="{1F6C27A4-22F4-4410-83C6-870864D584B6}"/>
    <dgm:cxn modelId="{E2FD1BA2-2231-4451-9784-17D23C080FE7}" type="presOf" srcId="{460CF5AC-FC4E-4F84-9E2C-3E9F615ED91E}" destId="{6A44FCAA-5022-42DC-9825-50F1177C88E6}" srcOrd="0" destOrd="0" presId="urn:microsoft.com/office/officeart/2018/2/layout/IconLabelList"/>
    <dgm:cxn modelId="{8C3473BB-BC0D-4437-B718-6AF2D8DB2D19}" srcId="{460CF5AC-FC4E-4F84-9E2C-3E9F615ED91E}" destId="{D845C2E0-A3BA-46CF-BD56-583CB72CED55}" srcOrd="1" destOrd="0" parTransId="{1D7D87CC-767F-46B0-9BD0-2F3D747921F5}" sibTransId="{16DDA869-6173-4B8C-8A84-CCA4B04343EA}"/>
    <dgm:cxn modelId="{B59D7EBD-DEA8-4486-A7F5-068A792BDA10}" type="presOf" srcId="{DD4E9DE6-20C1-49C2-92B0-D38AACE4234C}" destId="{083FD422-1E69-43CE-8D80-FCEA9244C89B}" srcOrd="0" destOrd="0" presId="urn:microsoft.com/office/officeart/2018/2/layout/IconLabelList"/>
    <dgm:cxn modelId="{95C330E2-B41F-4638-BD07-D1F12659A60B}" type="presOf" srcId="{9B4B2450-AAF1-4421-9415-C970669F9755}" destId="{B52A9B08-2596-4F10-AE8F-46AF5D441DB3}" srcOrd="0" destOrd="0" presId="urn:microsoft.com/office/officeart/2018/2/layout/IconLabelList"/>
    <dgm:cxn modelId="{CA8C77EF-C0DC-41F2-B096-EED231E0FF71}" srcId="{460CF5AC-FC4E-4F84-9E2C-3E9F615ED91E}" destId="{DD4E9DE6-20C1-49C2-92B0-D38AACE4234C}" srcOrd="0" destOrd="0" parTransId="{7CB67D34-22B6-409C-A290-F4AD4536CECD}" sibTransId="{9CA3CD72-4299-41B8-B52C-4CF45D8BF90F}"/>
    <dgm:cxn modelId="{0C34C953-7C83-4D95-9023-D2A39ACD598F}" type="presParOf" srcId="{6A44FCAA-5022-42DC-9825-50F1177C88E6}" destId="{7902B616-085A-4FCD-B12B-CD66D8FA4998}" srcOrd="0" destOrd="0" presId="urn:microsoft.com/office/officeart/2018/2/layout/IconLabelList"/>
    <dgm:cxn modelId="{E9B35718-137E-4CE0-B787-24281A9CA458}" type="presParOf" srcId="{7902B616-085A-4FCD-B12B-CD66D8FA4998}" destId="{D63AB32D-9F76-4487-B9A6-CB70CAB08895}" srcOrd="0" destOrd="0" presId="urn:microsoft.com/office/officeart/2018/2/layout/IconLabelList"/>
    <dgm:cxn modelId="{D4978801-FA8F-47AF-9716-1A44F4D2479B}" type="presParOf" srcId="{7902B616-085A-4FCD-B12B-CD66D8FA4998}" destId="{42EB9186-5E31-460D-9416-C54265A9CB42}" srcOrd="1" destOrd="0" presId="urn:microsoft.com/office/officeart/2018/2/layout/IconLabelList"/>
    <dgm:cxn modelId="{908E0528-AACD-4E26-BD07-C271E6F94FCC}" type="presParOf" srcId="{7902B616-085A-4FCD-B12B-CD66D8FA4998}" destId="{083FD422-1E69-43CE-8D80-FCEA9244C89B}" srcOrd="2" destOrd="0" presId="urn:microsoft.com/office/officeart/2018/2/layout/IconLabelList"/>
    <dgm:cxn modelId="{2BB25EAD-AA4D-4902-B62A-C5ECC153DE1F}" type="presParOf" srcId="{6A44FCAA-5022-42DC-9825-50F1177C88E6}" destId="{5FCF9F90-C97F-468F-8F36-4F0E647CC49A}" srcOrd="1" destOrd="0" presId="urn:microsoft.com/office/officeart/2018/2/layout/IconLabelList"/>
    <dgm:cxn modelId="{42F6765E-573C-46C2-B046-AE9872CE446A}" type="presParOf" srcId="{6A44FCAA-5022-42DC-9825-50F1177C88E6}" destId="{A5DA6A41-8722-4B96-A556-4ABDA3FB54AE}" srcOrd="2" destOrd="0" presId="urn:microsoft.com/office/officeart/2018/2/layout/IconLabelList"/>
    <dgm:cxn modelId="{19C4C5D4-0EF2-4627-A894-909D0D2F628C}" type="presParOf" srcId="{A5DA6A41-8722-4B96-A556-4ABDA3FB54AE}" destId="{99657CFB-34E8-4BC8-8217-8868B0294A86}" srcOrd="0" destOrd="0" presId="urn:microsoft.com/office/officeart/2018/2/layout/IconLabelList"/>
    <dgm:cxn modelId="{5BE8E71E-DA31-42E3-A165-6A3C5B37072F}" type="presParOf" srcId="{A5DA6A41-8722-4B96-A556-4ABDA3FB54AE}" destId="{05BBBA65-B237-4CDD-9374-BCA4F2CB9647}" srcOrd="1" destOrd="0" presId="urn:microsoft.com/office/officeart/2018/2/layout/IconLabelList"/>
    <dgm:cxn modelId="{E3072E69-4991-4E7F-9E30-4441C39B1410}" type="presParOf" srcId="{A5DA6A41-8722-4B96-A556-4ABDA3FB54AE}" destId="{210DFA9D-136F-4C0E-8C34-39A79B43AAC2}" srcOrd="2" destOrd="0" presId="urn:microsoft.com/office/officeart/2018/2/layout/IconLabelList"/>
    <dgm:cxn modelId="{920828A0-C1FE-46E6-A334-FB65429AE77E}" type="presParOf" srcId="{6A44FCAA-5022-42DC-9825-50F1177C88E6}" destId="{C25FFA53-23A4-48D1-A3AF-A0304D349202}" srcOrd="3" destOrd="0" presId="urn:microsoft.com/office/officeart/2018/2/layout/IconLabelList"/>
    <dgm:cxn modelId="{59E5522E-2478-4054-B48C-A6DACAD8C728}" type="presParOf" srcId="{6A44FCAA-5022-42DC-9825-50F1177C88E6}" destId="{C41398E5-1B40-4F21-ABB5-C82DF93204FD}" srcOrd="4" destOrd="0" presId="urn:microsoft.com/office/officeart/2018/2/layout/IconLabelList"/>
    <dgm:cxn modelId="{DF376AC4-6A96-4C58-BF64-C3F2725E2A9A}" type="presParOf" srcId="{C41398E5-1B40-4F21-ABB5-C82DF93204FD}" destId="{81DF2DCD-E066-42CF-9BF2-A65011FCA5CB}" srcOrd="0" destOrd="0" presId="urn:microsoft.com/office/officeart/2018/2/layout/IconLabelList"/>
    <dgm:cxn modelId="{3C1BF828-74CA-4312-BDEA-FF9FB82B3A23}" type="presParOf" srcId="{C41398E5-1B40-4F21-ABB5-C82DF93204FD}" destId="{9A387933-BB28-4A8A-A016-F65A49D45BF7}" srcOrd="1" destOrd="0" presId="urn:microsoft.com/office/officeart/2018/2/layout/IconLabelList"/>
    <dgm:cxn modelId="{FF49463A-CDA2-470A-8AA8-0A3363CFB5A9}" type="presParOf" srcId="{C41398E5-1B40-4F21-ABB5-C82DF93204FD}" destId="{6C97850F-A855-4C64-811C-DA4D294E6EF5}" srcOrd="2" destOrd="0" presId="urn:microsoft.com/office/officeart/2018/2/layout/IconLabelList"/>
    <dgm:cxn modelId="{1EF00D9B-DB03-48C2-8ACE-4D1C1CFC9C27}" type="presParOf" srcId="{6A44FCAA-5022-42DC-9825-50F1177C88E6}" destId="{D97CB8AB-3B01-4C47-89F3-A90A76B48F48}" srcOrd="5" destOrd="0" presId="urn:microsoft.com/office/officeart/2018/2/layout/IconLabelList"/>
    <dgm:cxn modelId="{63BE04D3-8C6A-451D-BBD1-9E1DE0E23E1C}" type="presParOf" srcId="{6A44FCAA-5022-42DC-9825-50F1177C88E6}" destId="{4F01FAEF-3917-4AA5-AD91-F7DC227E5C62}" srcOrd="6" destOrd="0" presId="urn:microsoft.com/office/officeart/2018/2/layout/IconLabelList"/>
    <dgm:cxn modelId="{B3D190A5-0B8B-422C-984A-A5CD0FFF58A8}" type="presParOf" srcId="{4F01FAEF-3917-4AA5-AD91-F7DC227E5C62}" destId="{64A9945E-30D3-4AF1-8453-6C18B61410C3}" srcOrd="0" destOrd="0" presId="urn:microsoft.com/office/officeart/2018/2/layout/IconLabelList"/>
    <dgm:cxn modelId="{ED449CE6-940A-4B4D-9830-6DC17393A9D3}" type="presParOf" srcId="{4F01FAEF-3917-4AA5-AD91-F7DC227E5C62}" destId="{274885E7-9C38-4069-A164-3179C200EC19}" srcOrd="1" destOrd="0" presId="urn:microsoft.com/office/officeart/2018/2/layout/IconLabelList"/>
    <dgm:cxn modelId="{DA0F7A87-50D9-4087-8B20-4E42419508DE}" type="presParOf" srcId="{4F01FAEF-3917-4AA5-AD91-F7DC227E5C62}" destId="{B52A9B08-2596-4F10-AE8F-46AF5D441D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B047E3-55F1-45CE-9E07-9046A206340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E4D584-6082-44AF-94C6-CE326BC13A28}">
      <dgm:prSet/>
      <dgm:spPr/>
      <dgm:t>
        <a:bodyPr/>
        <a:lstStyle/>
        <a:p>
          <a:r>
            <a:rPr lang="fr-FR" noProof="0" dirty="0"/>
            <a:t>Rapide a mettre en place</a:t>
          </a:r>
        </a:p>
      </dgm:t>
    </dgm:pt>
    <dgm:pt modelId="{1115A20B-44D0-4464-B873-9B4DC300CC33}" type="parTrans" cxnId="{EC9C6282-CB2F-4B8E-A948-77D350677CCB}">
      <dgm:prSet/>
      <dgm:spPr/>
      <dgm:t>
        <a:bodyPr/>
        <a:lstStyle/>
        <a:p>
          <a:endParaRPr lang="en-US"/>
        </a:p>
      </dgm:t>
    </dgm:pt>
    <dgm:pt modelId="{C2387477-5963-42B5-8B7D-4CE55BDED405}" type="sibTrans" cxnId="{EC9C6282-CB2F-4B8E-A948-77D350677CCB}">
      <dgm:prSet/>
      <dgm:spPr/>
      <dgm:t>
        <a:bodyPr/>
        <a:lstStyle/>
        <a:p>
          <a:endParaRPr lang="en-US"/>
        </a:p>
      </dgm:t>
    </dgm:pt>
    <dgm:pt modelId="{F6B5C7DC-3DA8-4094-97E4-4AEEA622C3BD}">
      <dgm:prSet/>
      <dgm:spPr/>
      <dgm:t>
        <a:bodyPr/>
        <a:lstStyle/>
        <a:p>
          <a:r>
            <a:rPr lang="fr-FR" noProof="0" dirty="0"/>
            <a:t>Très complet</a:t>
          </a:r>
        </a:p>
      </dgm:t>
    </dgm:pt>
    <dgm:pt modelId="{5350EE44-9E1D-4ABD-B4A4-B56160B72ABE}" type="parTrans" cxnId="{DDB82805-B70D-48B3-AAA9-401C96B023EC}">
      <dgm:prSet/>
      <dgm:spPr/>
      <dgm:t>
        <a:bodyPr/>
        <a:lstStyle/>
        <a:p>
          <a:endParaRPr lang="en-US"/>
        </a:p>
      </dgm:t>
    </dgm:pt>
    <dgm:pt modelId="{ED0A2863-CC54-46BA-BD62-3DCB7E21D948}" type="sibTrans" cxnId="{DDB82805-B70D-48B3-AAA9-401C96B023EC}">
      <dgm:prSet/>
      <dgm:spPr/>
      <dgm:t>
        <a:bodyPr/>
        <a:lstStyle/>
        <a:p>
          <a:endParaRPr lang="en-US"/>
        </a:p>
      </dgm:t>
    </dgm:pt>
    <dgm:pt modelId="{E84734D7-ECF7-42DE-B3C9-323AB2E03B72}">
      <dgm:prSet/>
      <dgm:spPr/>
      <dgm:t>
        <a:bodyPr/>
        <a:lstStyle/>
        <a:p>
          <a:r>
            <a:rPr lang="fr-FR" noProof="0" dirty="0"/>
            <a:t>Sécurisé</a:t>
          </a:r>
        </a:p>
      </dgm:t>
    </dgm:pt>
    <dgm:pt modelId="{04678934-D7F4-4DCD-9231-82ACA4BCA277}" type="parTrans" cxnId="{1F64C928-C990-4301-8417-86E9275BA0D8}">
      <dgm:prSet/>
      <dgm:spPr/>
      <dgm:t>
        <a:bodyPr/>
        <a:lstStyle/>
        <a:p>
          <a:endParaRPr lang="en-US"/>
        </a:p>
      </dgm:t>
    </dgm:pt>
    <dgm:pt modelId="{9A3FA824-BBA9-4CE3-B049-A9FDD3515A7E}" type="sibTrans" cxnId="{1F64C928-C990-4301-8417-86E9275BA0D8}">
      <dgm:prSet/>
      <dgm:spPr/>
      <dgm:t>
        <a:bodyPr/>
        <a:lstStyle/>
        <a:p>
          <a:endParaRPr lang="en-US"/>
        </a:p>
      </dgm:t>
    </dgm:pt>
    <dgm:pt modelId="{3383A57C-73E4-427B-BF0B-E98946854BC3}">
      <dgm:prSet/>
      <dgm:spPr/>
      <dgm:t>
        <a:bodyPr/>
        <a:lstStyle/>
        <a:p>
          <a:r>
            <a:rPr lang="fr-FR" noProof="0" dirty="0"/>
            <a:t>Evolutif et Polyvalent</a:t>
          </a:r>
        </a:p>
      </dgm:t>
    </dgm:pt>
    <dgm:pt modelId="{C89CDA7D-88E3-4F6A-BCE8-3A8E23CA6589}" type="parTrans" cxnId="{37E23FA3-BB2F-4DD4-8B7C-9041C4AD60CD}">
      <dgm:prSet/>
      <dgm:spPr/>
      <dgm:t>
        <a:bodyPr/>
        <a:lstStyle/>
        <a:p>
          <a:endParaRPr lang="en-US"/>
        </a:p>
      </dgm:t>
    </dgm:pt>
    <dgm:pt modelId="{3DF12C48-3927-49D4-B150-796F2A6CE226}" type="sibTrans" cxnId="{37E23FA3-BB2F-4DD4-8B7C-9041C4AD60CD}">
      <dgm:prSet/>
      <dgm:spPr/>
      <dgm:t>
        <a:bodyPr/>
        <a:lstStyle/>
        <a:p>
          <a:endParaRPr lang="en-US"/>
        </a:p>
      </dgm:t>
    </dgm:pt>
    <dgm:pt modelId="{D19C6BEA-5926-4985-A5D1-E370B9F4613E}" type="pres">
      <dgm:prSet presAssocID="{45B047E3-55F1-45CE-9E07-9046A206340E}" presName="root" presStyleCnt="0">
        <dgm:presLayoutVars>
          <dgm:dir/>
          <dgm:resizeHandles val="exact"/>
        </dgm:presLayoutVars>
      </dgm:prSet>
      <dgm:spPr/>
    </dgm:pt>
    <dgm:pt modelId="{B218BBFF-952F-456E-8E89-107BD2775977}" type="pres">
      <dgm:prSet presAssocID="{45B047E3-55F1-45CE-9E07-9046A206340E}" presName="container" presStyleCnt="0">
        <dgm:presLayoutVars>
          <dgm:dir/>
          <dgm:resizeHandles val="exact"/>
        </dgm:presLayoutVars>
      </dgm:prSet>
      <dgm:spPr/>
    </dgm:pt>
    <dgm:pt modelId="{5C180CFF-75DA-41E3-BD24-94F53FF86572}" type="pres">
      <dgm:prSet presAssocID="{41E4D584-6082-44AF-94C6-CE326BC13A28}" presName="compNode" presStyleCnt="0"/>
      <dgm:spPr/>
    </dgm:pt>
    <dgm:pt modelId="{D3A17C4A-36E8-4489-B404-EA82FC113769}" type="pres">
      <dgm:prSet presAssocID="{41E4D584-6082-44AF-94C6-CE326BC13A28}" presName="iconBgRect" presStyleLbl="bgShp" presStyleIdx="0" presStyleCnt="4"/>
      <dgm:spPr/>
    </dgm:pt>
    <dgm:pt modelId="{8165225F-AFD6-4E13-827B-268FB879FBA8}" type="pres">
      <dgm:prSet presAssocID="{41E4D584-6082-44AF-94C6-CE326BC13A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rir"/>
        </a:ext>
      </dgm:extLst>
    </dgm:pt>
    <dgm:pt modelId="{D42FD860-8F23-4AEE-AF42-02B933771990}" type="pres">
      <dgm:prSet presAssocID="{41E4D584-6082-44AF-94C6-CE326BC13A28}" presName="spaceRect" presStyleCnt="0"/>
      <dgm:spPr/>
    </dgm:pt>
    <dgm:pt modelId="{4F728E6C-9A8B-4B68-92F2-AD80203EF30D}" type="pres">
      <dgm:prSet presAssocID="{41E4D584-6082-44AF-94C6-CE326BC13A28}" presName="textRect" presStyleLbl="revTx" presStyleIdx="0" presStyleCnt="4">
        <dgm:presLayoutVars>
          <dgm:chMax val="1"/>
          <dgm:chPref val="1"/>
        </dgm:presLayoutVars>
      </dgm:prSet>
      <dgm:spPr/>
    </dgm:pt>
    <dgm:pt modelId="{22656399-7A26-45BA-8D7B-BE65DE087C97}" type="pres">
      <dgm:prSet presAssocID="{C2387477-5963-42B5-8B7D-4CE55BDED405}" presName="sibTrans" presStyleLbl="sibTrans2D1" presStyleIdx="0" presStyleCnt="0"/>
      <dgm:spPr/>
    </dgm:pt>
    <dgm:pt modelId="{8C3F2DBD-FED9-436A-8805-D67C4519FD53}" type="pres">
      <dgm:prSet presAssocID="{F6B5C7DC-3DA8-4094-97E4-4AEEA622C3BD}" presName="compNode" presStyleCnt="0"/>
      <dgm:spPr/>
    </dgm:pt>
    <dgm:pt modelId="{9A415A7D-DC02-45CC-BF81-3AAF822BF154}" type="pres">
      <dgm:prSet presAssocID="{F6B5C7DC-3DA8-4094-97E4-4AEEA622C3BD}" presName="iconBgRect" presStyleLbl="bgShp" presStyleIdx="1" presStyleCnt="4"/>
      <dgm:spPr/>
    </dgm:pt>
    <dgm:pt modelId="{01265F75-65EA-4546-9E7E-4B684036E88B}" type="pres">
      <dgm:prSet presAssocID="{F6B5C7DC-3DA8-4094-97E4-4AEEA622C3B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714146FF-0D38-44AB-BEDA-E55C083C22B8}" type="pres">
      <dgm:prSet presAssocID="{F6B5C7DC-3DA8-4094-97E4-4AEEA622C3BD}" presName="spaceRect" presStyleCnt="0"/>
      <dgm:spPr/>
    </dgm:pt>
    <dgm:pt modelId="{01EB432A-2DDD-498A-AD41-71C494BEE09E}" type="pres">
      <dgm:prSet presAssocID="{F6B5C7DC-3DA8-4094-97E4-4AEEA622C3BD}" presName="textRect" presStyleLbl="revTx" presStyleIdx="1" presStyleCnt="4">
        <dgm:presLayoutVars>
          <dgm:chMax val="1"/>
          <dgm:chPref val="1"/>
        </dgm:presLayoutVars>
      </dgm:prSet>
      <dgm:spPr/>
    </dgm:pt>
    <dgm:pt modelId="{113F301A-E0BD-4BDC-9167-935BE20C08D7}" type="pres">
      <dgm:prSet presAssocID="{ED0A2863-CC54-46BA-BD62-3DCB7E21D948}" presName="sibTrans" presStyleLbl="sibTrans2D1" presStyleIdx="0" presStyleCnt="0"/>
      <dgm:spPr/>
    </dgm:pt>
    <dgm:pt modelId="{C3D1DBEE-FCBB-4BD0-B7AF-766A35591017}" type="pres">
      <dgm:prSet presAssocID="{E84734D7-ECF7-42DE-B3C9-323AB2E03B72}" presName="compNode" presStyleCnt="0"/>
      <dgm:spPr/>
    </dgm:pt>
    <dgm:pt modelId="{159762AC-32B5-4919-831E-4CF7C8B35F78}" type="pres">
      <dgm:prSet presAssocID="{E84734D7-ECF7-42DE-B3C9-323AB2E03B72}" presName="iconBgRect" presStyleLbl="bgShp" presStyleIdx="2" presStyleCnt="4"/>
      <dgm:spPr/>
    </dgm:pt>
    <dgm:pt modelId="{33A5DDF1-7977-467C-98AE-226AE18026BE}" type="pres">
      <dgm:prSet presAssocID="{E84734D7-ECF7-42DE-B3C9-323AB2E03B7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"/>
        </a:ext>
      </dgm:extLst>
    </dgm:pt>
    <dgm:pt modelId="{A045F4D1-3949-42C7-9BA2-9850BE37C2D0}" type="pres">
      <dgm:prSet presAssocID="{E84734D7-ECF7-42DE-B3C9-323AB2E03B72}" presName="spaceRect" presStyleCnt="0"/>
      <dgm:spPr/>
    </dgm:pt>
    <dgm:pt modelId="{52A44872-1B51-41B2-82E5-9AA73C7F2958}" type="pres">
      <dgm:prSet presAssocID="{E84734D7-ECF7-42DE-B3C9-323AB2E03B72}" presName="textRect" presStyleLbl="revTx" presStyleIdx="2" presStyleCnt="4">
        <dgm:presLayoutVars>
          <dgm:chMax val="1"/>
          <dgm:chPref val="1"/>
        </dgm:presLayoutVars>
      </dgm:prSet>
      <dgm:spPr/>
    </dgm:pt>
    <dgm:pt modelId="{B37D6576-6FD1-4177-AD2D-8863E13913E7}" type="pres">
      <dgm:prSet presAssocID="{9A3FA824-BBA9-4CE3-B049-A9FDD3515A7E}" presName="sibTrans" presStyleLbl="sibTrans2D1" presStyleIdx="0" presStyleCnt="0"/>
      <dgm:spPr/>
    </dgm:pt>
    <dgm:pt modelId="{7F1EF2FA-20A2-4D2B-9E5E-3D4CFB4D5789}" type="pres">
      <dgm:prSet presAssocID="{3383A57C-73E4-427B-BF0B-E98946854BC3}" presName="compNode" presStyleCnt="0"/>
      <dgm:spPr/>
    </dgm:pt>
    <dgm:pt modelId="{BC7A0595-E7BC-414A-AE4E-FCC051237C2A}" type="pres">
      <dgm:prSet presAssocID="{3383A57C-73E4-427B-BF0B-E98946854BC3}" presName="iconBgRect" presStyleLbl="bgShp" presStyleIdx="3" presStyleCnt="4"/>
      <dgm:spPr/>
    </dgm:pt>
    <dgm:pt modelId="{DAC727B5-1D8C-4EB5-A55D-1F30BC053ABB}" type="pres">
      <dgm:prSet presAssocID="{3383A57C-73E4-427B-BF0B-E98946854BC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164DED4A-80C5-4AC1-9220-44D2577135E6}" type="pres">
      <dgm:prSet presAssocID="{3383A57C-73E4-427B-BF0B-E98946854BC3}" presName="spaceRect" presStyleCnt="0"/>
      <dgm:spPr/>
    </dgm:pt>
    <dgm:pt modelId="{3777D484-25BB-44C9-8703-991235255AAF}" type="pres">
      <dgm:prSet presAssocID="{3383A57C-73E4-427B-BF0B-E98946854B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B82805-B70D-48B3-AAA9-401C96B023EC}" srcId="{45B047E3-55F1-45CE-9E07-9046A206340E}" destId="{F6B5C7DC-3DA8-4094-97E4-4AEEA622C3BD}" srcOrd="1" destOrd="0" parTransId="{5350EE44-9E1D-4ABD-B4A4-B56160B72ABE}" sibTransId="{ED0A2863-CC54-46BA-BD62-3DCB7E21D948}"/>
    <dgm:cxn modelId="{650ECD21-B7D0-4895-AE5D-CD84C0BCE383}" type="presOf" srcId="{41E4D584-6082-44AF-94C6-CE326BC13A28}" destId="{4F728E6C-9A8B-4B68-92F2-AD80203EF30D}" srcOrd="0" destOrd="0" presId="urn:microsoft.com/office/officeart/2018/2/layout/IconCircleList"/>
    <dgm:cxn modelId="{1F64C928-C990-4301-8417-86E9275BA0D8}" srcId="{45B047E3-55F1-45CE-9E07-9046A206340E}" destId="{E84734D7-ECF7-42DE-B3C9-323AB2E03B72}" srcOrd="2" destOrd="0" parTransId="{04678934-D7F4-4DCD-9231-82ACA4BCA277}" sibTransId="{9A3FA824-BBA9-4CE3-B049-A9FDD3515A7E}"/>
    <dgm:cxn modelId="{1390BB49-08E1-42EB-AB22-400470EADFF6}" type="presOf" srcId="{ED0A2863-CC54-46BA-BD62-3DCB7E21D948}" destId="{113F301A-E0BD-4BDC-9167-935BE20C08D7}" srcOrd="0" destOrd="0" presId="urn:microsoft.com/office/officeart/2018/2/layout/IconCircleList"/>
    <dgm:cxn modelId="{12B79D51-C663-4AF4-BD64-49DF72FFA484}" type="presOf" srcId="{C2387477-5963-42B5-8B7D-4CE55BDED405}" destId="{22656399-7A26-45BA-8D7B-BE65DE087C97}" srcOrd="0" destOrd="0" presId="urn:microsoft.com/office/officeart/2018/2/layout/IconCircleList"/>
    <dgm:cxn modelId="{7D4A0772-C9E7-4C34-B06D-8FABBF2DB32F}" type="presOf" srcId="{E84734D7-ECF7-42DE-B3C9-323AB2E03B72}" destId="{52A44872-1B51-41B2-82E5-9AA73C7F2958}" srcOrd="0" destOrd="0" presId="urn:microsoft.com/office/officeart/2018/2/layout/IconCircleList"/>
    <dgm:cxn modelId="{2D2F2A53-EDD2-4DD8-A61B-54956A93D95F}" type="presOf" srcId="{F6B5C7DC-3DA8-4094-97E4-4AEEA622C3BD}" destId="{01EB432A-2DDD-498A-AD41-71C494BEE09E}" srcOrd="0" destOrd="0" presId="urn:microsoft.com/office/officeart/2018/2/layout/IconCircleList"/>
    <dgm:cxn modelId="{EC9C6282-CB2F-4B8E-A948-77D350677CCB}" srcId="{45B047E3-55F1-45CE-9E07-9046A206340E}" destId="{41E4D584-6082-44AF-94C6-CE326BC13A28}" srcOrd="0" destOrd="0" parTransId="{1115A20B-44D0-4464-B873-9B4DC300CC33}" sibTransId="{C2387477-5963-42B5-8B7D-4CE55BDED405}"/>
    <dgm:cxn modelId="{1BC64A83-F160-41CD-90D5-8C5245F3CDD9}" type="presOf" srcId="{45B047E3-55F1-45CE-9E07-9046A206340E}" destId="{D19C6BEA-5926-4985-A5D1-E370B9F4613E}" srcOrd="0" destOrd="0" presId="urn:microsoft.com/office/officeart/2018/2/layout/IconCircleList"/>
    <dgm:cxn modelId="{CE99128D-1D85-4B59-ACCE-7DF35D6B6A6D}" type="presOf" srcId="{9A3FA824-BBA9-4CE3-B049-A9FDD3515A7E}" destId="{B37D6576-6FD1-4177-AD2D-8863E13913E7}" srcOrd="0" destOrd="0" presId="urn:microsoft.com/office/officeart/2018/2/layout/IconCircleList"/>
    <dgm:cxn modelId="{760FF095-9E73-4576-84AB-3B5881A45773}" type="presOf" srcId="{3383A57C-73E4-427B-BF0B-E98946854BC3}" destId="{3777D484-25BB-44C9-8703-991235255AAF}" srcOrd="0" destOrd="0" presId="urn:microsoft.com/office/officeart/2018/2/layout/IconCircleList"/>
    <dgm:cxn modelId="{37E23FA3-BB2F-4DD4-8B7C-9041C4AD60CD}" srcId="{45B047E3-55F1-45CE-9E07-9046A206340E}" destId="{3383A57C-73E4-427B-BF0B-E98946854BC3}" srcOrd="3" destOrd="0" parTransId="{C89CDA7D-88E3-4F6A-BCE8-3A8E23CA6589}" sibTransId="{3DF12C48-3927-49D4-B150-796F2A6CE226}"/>
    <dgm:cxn modelId="{AF784D35-EF7D-4CA4-8E3E-B88C6BDD5E84}" type="presParOf" srcId="{D19C6BEA-5926-4985-A5D1-E370B9F4613E}" destId="{B218BBFF-952F-456E-8E89-107BD2775977}" srcOrd="0" destOrd="0" presId="urn:microsoft.com/office/officeart/2018/2/layout/IconCircleList"/>
    <dgm:cxn modelId="{505976CB-F13F-4E80-8885-5AF6C3F438D2}" type="presParOf" srcId="{B218BBFF-952F-456E-8E89-107BD2775977}" destId="{5C180CFF-75DA-41E3-BD24-94F53FF86572}" srcOrd="0" destOrd="0" presId="urn:microsoft.com/office/officeart/2018/2/layout/IconCircleList"/>
    <dgm:cxn modelId="{D06801BB-E04B-42AB-BAED-F284110B8005}" type="presParOf" srcId="{5C180CFF-75DA-41E3-BD24-94F53FF86572}" destId="{D3A17C4A-36E8-4489-B404-EA82FC113769}" srcOrd="0" destOrd="0" presId="urn:microsoft.com/office/officeart/2018/2/layout/IconCircleList"/>
    <dgm:cxn modelId="{C05F1902-EDA1-49EB-9F28-2EF1C0011E23}" type="presParOf" srcId="{5C180CFF-75DA-41E3-BD24-94F53FF86572}" destId="{8165225F-AFD6-4E13-827B-268FB879FBA8}" srcOrd="1" destOrd="0" presId="urn:microsoft.com/office/officeart/2018/2/layout/IconCircleList"/>
    <dgm:cxn modelId="{5635BE49-D1C2-4F08-B0AA-46894DF74E39}" type="presParOf" srcId="{5C180CFF-75DA-41E3-BD24-94F53FF86572}" destId="{D42FD860-8F23-4AEE-AF42-02B933771990}" srcOrd="2" destOrd="0" presId="urn:microsoft.com/office/officeart/2018/2/layout/IconCircleList"/>
    <dgm:cxn modelId="{E2AF9FB8-5662-4127-95A2-8ADAF57C9773}" type="presParOf" srcId="{5C180CFF-75DA-41E3-BD24-94F53FF86572}" destId="{4F728E6C-9A8B-4B68-92F2-AD80203EF30D}" srcOrd="3" destOrd="0" presId="urn:microsoft.com/office/officeart/2018/2/layout/IconCircleList"/>
    <dgm:cxn modelId="{56AB0221-44AE-4FE6-BA07-A3C34DEC8694}" type="presParOf" srcId="{B218BBFF-952F-456E-8E89-107BD2775977}" destId="{22656399-7A26-45BA-8D7B-BE65DE087C97}" srcOrd="1" destOrd="0" presId="urn:microsoft.com/office/officeart/2018/2/layout/IconCircleList"/>
    <dgm:cxn modelId="{54E1181D-DA34-44AC-94D9-93503DFBAA7B}" type="presParOf" srcId="{B218BBFF-952F-456E-8E89-107BD2775977}" destId="{8C3F2DBD-FED9-436A-8805-D67C4519FD53}" srcOrd="2" destOrd="0" presId="urn:microsoft.com/office/officeart/2018/2/layout/IconCircleList"/>
    <dgm:cxn modelId="{F9A0127B-5D89-4EDD-97AB-0EFCD229C824}" type="presParOf" srcId="{8C3F2DBD-FED9-436A-8805-D67C4519FD53}" destId="{9A415A7D-DC02-45CC-BF81-3AAF822BF154}" srcOrd="0" destOrd="0" presId="urn:microsoft.com/office/officeart/2018/2/layout/IconCircleList"/>
    <dgm:cxn modelId="{62EF8E3F-DCC0-4A17-9058-5BC37C89DCA8}" type="presParOf" srcId="{8C3F2DBD-FED9-436A-8805-D67C4519FD53}" destId="{01265F75-65EA-4546-9E7E-4B684036E88B}" srcOrd="1" destOrd="0" presId="urn:microsoft.com/office/officeart/2018/2/layout/IconCircleList"/>
    <dgm:cxn modelId="{F477B80B-9FEB-4428-B50B-9AD672841950}" type="presParOf" srcId="{8C3F2DBD-FED9-436A-8805-D67C4519FD53}" destId="{714146FF-0D38-44AB-BEDA-E55C083C22B8}" srcOrd="2" destOrd="0" presId="urn:microsoft.com/office/officeart/2018/2/layout/IconCircleList"/>
    <dgm:cxn modelId="{1F173AE1-CD5D-4FC9-8202-21EBFF489DEC}" type="presParOf" srcId="{8C3F2DBD-FED9-436A-8805-D67C4519FD53}" destId="{01EB432A-2DDD-498A-AD41-71C494BEE09E}" srcOrd="3" destOrd="0" presId="urn:microsoft.com/office/officeart/2018/2/layout/IconCircleList"/>
    <dgm:cxn modelId="{DEA1380E-C782-45F8-A0D3-FA490C8CE964}" type="presParOf" srcId="{B218BBFF-952F-456E-8E89-107BD2775977}" destId="{113F301A-E0BD-4BDC-9167-935BE20C08D7}" srcOrd="3" destOrd="0" presId="urn:microsoft.com/office/officeart/2018/2/layout/IconCircleList"/>
    <dgm:cxn modelId="{66A76F0C-1493-43FB-9782-94D4EF49106B}" type="presParOf" srcId="{B218BBFF-952F-456E-8E89-107BD2775977}" destId="{C3D1DBEE-FCBB-4BD0-B7AF-766A35591017}" srcOrd="4" destOrd="0" presId="urn:microsoft.com/office/officeart/2018/2/layout/IconCircleList"/>
    <dgm:cxn modelId="{3A013B13-6A0D-43EB-B034-B7AFC79174EC}" type="presParOf" srcId="{C3D1DBEE-FCBB-4BD0-B7AF-766A35591017}" destId="{159762AC-32B5-4919-831E-4CF7C8B35F78}" srcOrd="0" destOrd="0" presId="urn:microsoft.com/office/officeart/2018/2/layout/IconCircleList"/>
    <dgm:cxn modelId="{4A027B66-9269-4A13-8470-FECC33B43B0D}" type="presParOf" srcId="{C3D1DBEE-FCBB-4BD0-B7AF-766A35591017}" destId="{33A5DDF1-7977-467C-98AE-226AE18026BE}" srcOrd="1" destOrd="0" presId="urn:microsoft.com/office/officeart/2018/2/layout/IconCircleList"/>
    <dgm:cxn modelId="{CE60593C-E9D2-4E74-AEA2-02902BCD6609}" type="presParOf" srcId="{C3D1DBEE-FCBB-4BD0-B7AF-766A35591017}" destId="{A045F4D1-3949-42C7-9BA2-9850BE37C2D0}" srcOrd="2" destOrd="0" presId="urn:microsoft.com/office/officeart/2018/2/layout/IconCircleList"/>
    <dgm:cxn modelId="{0DABDA56-C1FC-4732-9B8D-C1B466067348}" type="presParOf" srcId="{C3D1DBEE-FCBB-4BD0-B7AF-766A35591017}" destId="{52A44872-1B51-41B2-82E5-9AA73C7F2958}" srcOrd="3" destOrd="0" presId="urn:microsoft.com/office/officeart/2018/2/layout/IconCircleList"/>
    <dgm:cxn modelId="{561D32C8-FAFD-4AED-951C-5FF52C0EF279}" type="presParOf" srcId="{B218BBFF-952F-456E-8E89-107BD2775977}" destId="{B37D6576-6FD1-4177-AD2D-8863E13913E7}" srcOrd="5" destOrd="0" presId="urn:microsoft.com/office/officeart/2018/2/layout/IconCircleList"/>
    <dgm:cxn modelId="{41B538C4-5132-4F9B-A5CF-A788DE8DEA40}" type="presParOf" srcId="{B218BBFF-952F-456E-8E89-107BD2775977}" destId="{7F1EF2FA-20A2-4D2B-9E5E-3D4CFB4D5789}" srcOrd="6" destOrd="0" presId="urn:microsoft.com/office/officeart/2018/2/layout/IconCircleList"/>
    <dgm:cxn modelId="{9B4352BC-AC0D-4170-809E-73E35C94E4A6}" type="presParOf" srcId="{7F1EF2FA-20A2-4D2B-9E5E-3D4CFB4D5789}" destId="{BC7A0595-E7BC-414A-AE4E-FCC051237C2A}" srcOrd="0" destOrd="0" presId="urn:microsoft.com/office/officeart/2018/2/layout/IconCircleList"/>
    <dgm:cxn modelId="{5F95AC7D-C1C5-4049-B688-C3715FCCCEF7}" type="presParOf" srcId="{7F1EF2FA-20A2-4D2B-9E5E-3D4CFB4D5789}" destId="{DAC727B5-1D8C-4EB5-A55D-1F30BC053ABB}" srcOrd="1" destOrd="0" presId="urn:microsoft.com/office/officeart/2018/2/layout/IconCircleList"/>
    <dgm:cxn modelId="{0DF7AA4A-A46D-4328-950E-2DC754D36E4A}" type="presParOf" srcId="{7F1EF2FA-20A2-4D2B-9E5E-3D4CFB4D5789}" destId="{164DED4A-80C5-4AC1-9220-44D2577135E6}" srcOrd="2" destOrd="0" presId="urn:microsoft.com/office/officeart/2018/2/layout/IconCircleList"/>
    <dgm:cxn modelId="{295A7AA8-1D4C-44FB-B580-6587169B720C}" type="presParOf" srcId="{7F1EF2FA-20A2-4D2B-9E5E-3D4CFB4D5789}" destId="{3777D484-25BB-44C9-8703-991235255A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94D560B-4BAB-465B-AF30-0515816D6620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4231BD-9DDA-4D50-9358-85D9907C5F14}">
      <dgm:prSet/>
      <dgm:spPr/>
      <dgm:t>
        <a:bodyPr/>
        <a:lstStyle/>
        <a:p>
          <a:r>
            <a:rPr lang="fr-FR"/>
            <a:t>Ajout données CSV Batterie sur le site</a:t>
          </a:r>
          <a:endParaRPr lang="en-US"/>
        </a:p>
      </dgm:t>
    </dgm:pt>
    <dgm:pt modelId="{FADE3CA4-CA27-4614-A972-0F9D40683509}" type="parTrans" cxnId="{C3043333-7E0E-43BB-B6E6-708A64620A49}">
      <dgm:prSet/>
      <dgm:spPr/>
      <dgm:t>
        <a:bodyPr/>
        <a:lstStyle/>
        <a:p>
          <a:endParaRPr lang="en-US"/>
        </a:p>
      </dgm:t>
    </dgm:pt>
    <dgm:pt modelId="{E55BFA7D-F92F-4A58-88C9-48E36B720BE7}" type="sibTrans" cxnId="{C3043333-7E0E-43BB-B6E6-708A64620A49}">
      <dgm:prSet/>
      <dgm:spPr/>
      <dgm:t>
        <a:bodyPr/>
        <a:lstStyle/>
        <a:p>
          <a:endParaRPr lang="en-US"/>
        </a:p>
      </dgm:t>
    </dgm:pt>
    <dgm:pt modelId="{411E3BAF-DA92-4DE8-B192-ED0F72846043}">
      <dgm:prSet/>
      <dgm:spPr/>
      <dgm:t>
        <a:bodyPr/>
        <a:lstStyle/>
        <a:p>
          <a:r>
            <a:rPr lang="fr-FR" dirty="0"/>
            <a:t>Liaison Batterie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MQTT (</a:t>
          </a:r>
          <a:r>
            <a:rPr lang="fr-FR" dirty="0" err="1"/>
            <a:t>HiveMQ</a:t>
          </a:r>
          <a:r>
            <a:rPr lang="fr-FR" dirty="0"/>
            <a:t>) 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Django</a:t>
          </a:r>
          <a:endParaRPr lang="en-US" dirty="0"/>
        </a:p>
      </dgm:t>
    </dgm:pt>
    <dgm:pt modelId="{B99AC068-7F54-4571-B75B-54A4181CF05F}" type="parTrans" cxnId="{62D41A36-39C9-40F1-9645-2A36CAA13E28}">
      <dgm:prSet/>
      <dgm:spPr/>
      <dgm:t>
        <a:bodyPr/>
        <a:lstStyle/>
        <a:p>
          <a:endParaRPr lang="en-US"/>
        </a:p>
      </dgm:t>
    </dgm:pt>
    <dgm:pt modelId="{34C2FD12-AB9A-427E-AA69-2B59B4655110}" type="sibTrans" cxnId="{62D41A36-39C9-40F1-9645-2A36CAA13E28}">
      <dgm:prSet/>
      <dgm:spPr/>
      <dgm:t>
        <a:bodyPr/>
        <a:lstStyle/>
        <a:p>
          <a:endParaRPr lang="en-US"/>
        </a:p>
      </dgm:t>
    </dgm:pt>
    <dgm:pt modelId="{D5D2ACCB-7783-4EF1-B283-85CF7C62ED51}" type="pres">
      <dgm:prSet presAssocID="{394D560B-4BAB-465B-AF30-0515816D6620}" presName="diagram" presStyleCnt="0">
        <dgm:presLayoutVars>
          <dgm:dir/>
          <dgm:resizeHandles val="exact"/>
        </dgm:presLayoutVars>
      </dgm:prSet>
      <dgm:spPr/>
    </dgm:pt>
    <dgm:pt modelId="{B087CC15-6ADC-42DE-A583-52B42BBB98B8}" type="pres">
      <dgm:prSet presAssocID="{954231BD-9DDA-4D50-9358-85D9907C5F14}" presName="node" presStyleLbl="node1" presStyleIdx="0" presStyleCnt="2">
        <dgm:presLayoutVars>
          <dgm:bulletEnabled val="1"/>
        </dgm:presLayoutVars>
      </dgm:prSet>
      <dgm:spPr/>
    </dgm:pt>
    <dgm:pt modelId="{281FDB33-1D16-4946-A166-60226C3FC76C}" type="pres">
      <dgm:prSet presAssocID="{E55BFA7D-F92F-4A58-88C9-48E36B720BE7}" presName="sibTrans" presStyleCnt="0"/>
      <dgm:spPr/>
    </dgm:pt>
    <dgm:pt modelId="{0728CA38-B0DC-4C5B-8147-A4CBA28F7C3F}" type="pres">
      <dgm:prSet presAssocID="{411E3BAF-DA92-4DE8-B192-ED0F72846043}" presName="node" presStyleLbl="node1" presStyleIdx="1" presStyleCnt="2">
        <dgm:presLayoutVars>
          <dgm:bulletEnabled val="1"/>
        </dgm:presLayoutVars>
      </dgm:prSet>
      <dgm:spPr/>
    </dgm:pt>
  </dgm:ptLst>
  <dgm:cxnLst>
    <dgm:cxn modelId="{C3043333-7E0E-43BB-B6E6-708A64620A49}" srcId="{394D560B-4BAB-465B-AF30-0515816D6620}" destId="{954231BD-9DDA-4D50-9358-85D9907C5F14}" srcOrd="0" destOrd="0" parTransId="{FADE3CA4-CA27-4614-A972-0F9D40683509}" sibTransId="{E55BFA7D-F92F-4A58-88C9-48E36B720BE7}"/>
    <dgm:cxn modelId="{62D41A36-39C9-40F1-9645-2A36CAA13E28}" srcId="{394D560B-4BAB-465B-AF30-0515816D6620}" destId="{411E3BAF-DA92-4DE8-B192-ED0F72846043}" srcOrd="1" destOrd="0" parTransId="{B99AC068-7F54-4571-B75B-54A4181CF05F}" sibTransId="{34C2FD12-AB9A-427E-AA69-2B59B4655110}"/>
    <dgm:cxn modelId="{A5792C48-037D-44EC-A9CA-5D05C6928092}" type="presOf" srcId="{394D560B-4BAB-465B-AF30-0515816D6620}" destId="{D5D2ACCB-7783-4EF1-B283-85CF7C62ED51}" srcOrd="0" destOrd="0" presId="urn:microsoft.com/office/officeart/2005/8/layout/default"/>
    <dgm:cxn modelId="{B4A10980-E9B2-432C-AFCA-BF8FEF2E4045}" type="presOf" srcId="{954231BD-9DDA-4D50-9358-85D9907C5F14}" destId="{B087CC15-6ADC-42DE-A583-52B42BBB98B8}" srcOrd="0" destOrd="0" presId="urn:microsoft.com/office/officeart/2005/8/layout/default"/>
    <dgm:cxn modelId="{BE388EFF-21E1-4FD7-B926-77D45CAABAF3}" type="presOf" srcId="{411E3BAF-DA92-4DE8-B192-ED0F72846043}" destId="{0728CA38-B0DC-4C5B-8147-A4CBA28F7C3F}" srcOrd="0" destOrd="0" presId="urn:microsoft.com/office/officeart/2005/8/layout/default"/>
    <dgm:cxn modelId="{1BCF2158-6BE9-4E86-949A-B81799697EB0}" type="presParOf" srcId="{D5D2ACCB-7783-4EF1-B283-85CF7C62ED51}" destId="{B087CC15-6ADC-42DE-A583-52B42BBB98B8}" srcOrd="0" destOrd="0" presId="urn:microsoft.com/office/officeart/2005/8/layout/default"/>
    <dgm:cxn modelId="{8F07E95B-CDB2-40FC-B45A-33743C039399}" type="presParOf" srcId="{D5D2ACCB-7783-4EF1-B283-85CF7C62ED51}" destId="{281FDB33-1D16-4946-A166-60226C3FC76C}" srcOrd="1" destOrd="0" presId="urn:microsoft.com/office/officeart/2005/8/layout/default"/>
    <dgm:cxn modelId="{5025B414-C64E-4EEC-9165-93FAB749B07C}" type="presParOf" srcId="{D5D2ACCB-7783-4EF1-B283-85CF7C62ED51}" destId="{0728CA38-B0DC-4C5B-8147-A4CBA28F7C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9320A1-0B28-4CFA-95CC-A3ABA3A6BB3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AEC4BE-8D7F-4824-AED1-1F4FCEAA2060}">
      <dgm:prSet/>
      <dgm:spPr/>
      <dgm:t>
        <a:bodyPr/>
        <a:lstStyle/>
        <a:p>
          <a:r>
            <a:rPr lang="fr-FR"/>
            <a:t>OVH </a:t>
          </a:r>
          <a:endParaRPr lang="en-US"/>
        </a:p>
      </dgm:t>
    </dgm:pt>
    <dgm:pt modelId="{DDB9F231-7D2A-4040-8DB9-E69B7EBB8D7B}" type="parTrans" cxnId="{0829D767-0EFC-484D-B5AC-D0B2513AE7CA}">
      <dgm:prSet/>
      <dgm:spPr/>
      <dgm:t>
        <a:bodyPr/>
        <a:lstStyle/>
        <a:p>
          <a:endParaRPr lang="en-US"/>
        </a:p>
      </dgm:t>
    </dgm:pt>
    <dgm:pt modelId="{71138FDB-8411-4AE2-8748-31B3D038FFFE}" type="sibTrans" cxnId="{0829D767-0EFC-484D-B5AC-D0B2513AE7CA}">
      <dgm:prSet/>
      <dgm:spPr/>
      <dgm:t>
        <a:bodyPr/>
        <a:lstStyle/>
        <a:p>
          <a:endParaRPr lang="en-US"/>
        </a:p>
      </dgm:t>
    </dgm:pt>
    <dgm:pt modelId="{559FA089-9D65-4B0C-85FA-7A71F2A2E502}">
      <dgm:prSet/>
      <dgm:spPr/>
      <dgm:t>
        <a:bodyPr/>
        <a:lstStyle/>
        <a:p>
          <a:r>
            <a:rPr lang="fr-FR"/>
            <a:t>Machine Local BDD</a:t>
          </a:r>
          <a:endParaRPr lang="en-US"/>
        </a:p>
      </dgm:t>
    </dgm:pt>
    <dgm:pt modelId="{06F94CB4-EAB3-48DF-BE4E-F8D7CB9EFEC0}" type="parTrans" cxnId="{445CCAAD-039C-4DA5-8263-393EFBD31E4B}">
      <dgm:prSet/>
      <dgm:spPr/>
      <dgm:t>
        <a:bodyPr/>
        <a:lstStyle/>
        <a:p>
          <a:endParaRPr lang="en-US"/>
        </a:p>
      </dgm:t>
    </dgm:pt>
    <dgm:pt modelId="{3AD17681-DA1F-4190-BF41-911926AFB2F5}" type="sibTrans" cxnId="{445CCAAD-039C-4DA5-8263-393EFBD31E4B}">
      <dgm:prSet/>
      <dgm:spPr/>
      <dgm:t>
        <a:bodyPr/>
        <a:lstStyle/>
        <a:p>
          <a:endParaRPr lang="en-US"/>
        </a:p>
      </dgm:t>
    </dgm:pt>
    <dgm:pt modelId="{169A23FA-D081-4822-9C7F-81BD37A9DC57}" type="pres">
      <dgm:prSet presAssocID="{A49320A1-0B28-4CFA-95CC-A3ABA3A6BB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551B73-B671-443D-8A0D-D92978A66E95}" type="pres">
      <dgm:prSet presAssocID="{C9AEC4BE-8D7F-4824-AED1-1F4FCEAA2060}" presName="hierRoot1" presStyleCnt="0"/>
      <dgm:spPr/>
    </dgm:pt>
    <dgm:pt modelId="{2A06A3F7-C526-49D9-943C-94885F70C49B}" type="pres">
      <dgm:prSet presAssocID="{C9AEC4BE-8D7F-4824-AED1-1F4FCEAA2060}" presName="composite" presStyleCnt="0"/>
      <dgm:spPr/>
    </dgm:pt>
    <dgm:pt modelId="{29497044-2D43-46A4-AE0E-7CEEC97D5A94}" type="pres">
      <dgm:prSet presAssocID="{C9AEC4BE-8D7F-4824-AED1-1F4FCEAA2060}" presName="background" presStyleLbl="node0" presStyleIdx="0" presStyleCnt="2"/>
      <dgm:spPr/>
    </dgm:pt>
    <dgm:pt modelId="{51F3F590-DE2E-4A43-B15C-84F303BE8CD5}" type="pres">
      <dgm:prSet presAssocID="{C9AEC4BE-8D7F-4824-AED1-1F4FCEAA2060}" presName="text" presStyleLbl="fgAcc0" presStyleIdx="0" presStyleCnt="2">
        <dgm:presLayoutVars>
          <dgm:chPref val="3"/>
        </dgm:presLayoutVars>
      </dgm:prSet>
      <dgm:spPr/>
    </dgm:pt>
    <dgm:pt modelId="{EF9F35AC-87B2-4870-AE17-7D62D9F376FF}" type="pres">
      <dgm:prSet presAssocID="{C9AEC4BE-8D7F-4824-AED1-1F4FCEAA2060}" presName="hierChild2" presStyleCnt="0"/>
      <dgm:spPr/>
    </dgm:pt>
    <dgm:pt modelId="{446B0B25-1DF6-4195-B811-D3E681F9AD8D}" type="pres">
      <dgm:prSet presAssocID="{559FA089-9D65-4B0C-85FA-7A71F2A2E502}" presName="hierRoot1" presStyleCnt="0"/>
      <dgm:spPr/>
    </dgm:pt>
    <dgm:pt modelId="{017EC575-4748-4FBC-BDF4-3C359A387948}" type="pres">
      <dgm:prSet presAssocID="{559FA089-9D65-4B0C-85FA-7A71F2A2E502}" presName="composite" presStyleCnt="0"/>
      <dgm:spPr/>
    </dgm:pt>
    <dgm:pt modelId="{50130292-0671-46A7-A84F-BD882DF0A459}" type="pres">
      <dgm:prSet presAssocID="{559FA089-9D65-4B0C-85FA-7A71F2A2E502}" presName="background" presStyleLbl="node0" presStyleIdx="1" presStyleCnt="2"/>
      <dgm:spPr/>
    </dgm:pt>
    <dgm:pt modelId="{F926A35F-BC56-46FF-8B38-16474BC05370}" type="pres">
      <dgm:prSet presAssocID="{559FA089-9D65-4B0C-85FA-7A71F2A2E502}" presName="text" presStyleLbl="fgAcc0" presStyleIdx="1" presStyleCnt="2">
        <dgm:presLayoutVars>
          <dgm:chPref val="3"/>
        </dgm:presLayoutVars>
      </dgm:prSet>
      <dgm:spPr/>
    </dgm:pt>
    <dgm:pt modelId="{6769087A-6D5D-4389-8BD4-347513A10CEF}" type="pres">
      <dgm:prSet presAssocID="{559FA089-9D65-4B0C-85FA-7A71F2A2E502}" presName="hierChild2" presStyleCnt="0"/>
      <dgm:spPr/>
    </dgm:pt>
  </dgm:ptLst>
  <dgm:cxnLst>
    <dgm:cxn modelId="{0829D767-0EFC-484D-B5AC-D0B2513AE7CA}" srcId="{A49320A1-0B28-4CFA-95CC-A3ABA3A6BB3B}" destId="{C9AEC4BE-8D7F-4824-AED1-1F4FCEAA2060}" srcOrd="0" destOrd="0" parTransId="{DDB9F231-7D2A-4040-8DB9-E69B7EBB8D7B}" sibTransId="{71138FDB-8411-4AE2-8748-31B3D038FFFE}"/>
    <dgm:cxn modelId="{9628988E-9107-4A86-9CAE-E0DFE29EFFCB}" type="presOf" srcId="{C9AEC4BE-8D7F-4824-AED1-1F4FCEAA2060}" destId="{51F3F590-DE2E-4A43-B15C-84F303BE8CD5}" srcOrd="0" destOrd="0" presId="urn:microsoft.com/office/officeart/2005/8/layout/hierarchy1"/>
    <dgm:cxn modelId="{445CCAAD-039C-4DA5-8263-393EFBD31E4B}" srcId="{A49320A1-0B28-4CFA-95CC-A3ABA3A6BB3B}" destId="{559FA089-9D65-4B0C-85FA-7A71F2A2E502}" srcOrd="1" destOrd="0" parTransId="{06F94CB4-EAB3-48DF-BE4E-F8D7CB9EFEC0}" sibTransId="{3AD17681-DA1F-4190-BF41-911926AFB2F5}"/>
    <dgm:cxn modelId="{FBAE7FB2-CCB2-49F4-ADF9-66B74C1E8B90}" type="presOf" srcId="{A49320A1-0B28-4CFA-95CC-A3ABA3A6BB3B}" destId="{169A23FA-D081-4822-9C7F-81BD37A9DC57}" srcOrd="0" destOrd="0" presId="urn:microsoft.com/office/officeart/2005/8/layout/hierarchy1"/>
    <dgm:cxn modelId="{E62812DE-B234-49BD-B4FA-B353E3E8D058}" type="presOf" srcId="{559FA089-9D65-4B0C-85FA-7A71F2A2E502}" destId="{F926A35F-BC56-46FF-8B38-16474BC05370}" srcOrd="0" destOrd="0" presId="urn:microsoft.com/office/officeart/2005/8/layout/hierarchy1"/>
    <dgm:cxn modelId="{2A93EF06-F081-44A8-9DF7-4648E18D9772}" type="presParOf" srcId="{169A23FA-D081-4822-9C7F-81BD37A9DC57}" destId="{D5551B73-B671-443D-8A0D-D92978A66E95}" srcOrd="0" destOrd="0" presId="urn:microsoft.com/office/officeart/2005/8/layout/hierarchy1"/>
    <dgm:cxn modelId="{4046DB4A-8ED8-4D30-92DD-033B14D209A0}" type="presParOf" srcId="{D5551B73-B671-443D-8A0D-D92978A66E95}" destId="{2A06A3F7-C526-49D9-943C-94885F70C49B}" srcOrd="0" destOrd="0" presId="urn:microsoft.com/office/officeart/2005/8/layout/hierarchy1"/>
    <dgm:cxn modelId="{C0B8DC06-DD3F-4DAD-8A82-EC180E5B5C6E}" type="presParOf" srcId="{2A06A3F7-C526-49D9-943C-94885F70C49B}" destId="{29497044-2D43-46A4-AE0E-7CEEC97D5A94}" srcOrd="0" destOrd="0" presId="urn:microsoft.com/office/officeart/2005/8/layout/hierarchy1"/>
    <dgm:cxn modelId="{BB0E84A6-9B70-40D7-B020-CEE081A499AB}" type="presParOf" srcId="{2A06A3F7-C526-49D9-943C-94885F70C49B}" destId="{51F3F590-DE2E-4A43-B15C-84F303BE8CD5}" srcOrd="1" destOrd="0" presId="urn:microsoft.com/office/officeart/2005/8/layout/hierarchy1"/>
    <dgm:cxn modelId="{DA606438-0F72-47E8-AB91-1B99826871CB}" type="presParOf" srcId="{D5551B73-B671-443D-8A0D-D92978A66E95}" destId="{EF9F35AC-87B2-4870-AE17-7D62D9F376FF}" srcOrd="1" destOrd="0" presId="urn:microsoft.com/office/officeart/2005/8/layout/hierarchy1"/>
    <dgm:cxn modelId="{B0AFF73F-B6AC-4A7B-8FEB-D6D8A638DA88}" type="presParOf" srcId="{169A23FA-D081-4822-9C7F-81BD37A9DC57}" destId="{446B0B25-1DF6-4195-B811-D3E681F9AD8D}" srcOrd="1" destOrd="0" presId="urn:microsoft.com/office/officeart/2005/8/layout/hierarchy1"/>
    <dgm:cxn modelId="{36FAB757-662E-4786-BB97-C514AFC95A08}" type="presParOf" srcId="{446B0B25-1DF6-4195-B811-D3E681F9AD8D}" destId="{017EC575-4748-4FBC-BDF4-3C359A387948}" srcOrd="0" destOrd="0" presId="urn:microsoft.com/office/officeart/2005/8/layout/hierarchy1"/>
    <dgm:cxn modelId="{31C61883-AE85-4875-97CF-172173E9C317}" type="presParOf" srcId="{017EC575-4748-4FBC-BDF4-3C359A387948}" destId="{50130292-0671-46A7-A84F-BD882DF0A459}" srcOrd="0" destOrd="0" presId="urn:microsoft.com/office/officeart/2005/8/layout/hierarchy1"/>
    <dgm:cxn modelId="{8F251C8A-9341-4A4B-8E8C-33EA3285470E}" type="presParOf" srcId="{017EC575-4748-4FBC-BDF4-3C359A387948}" destId="{F926A35F-BC56-46FF-8B38-16474BC05370}" srcOrd="1" destOrd="0" presId="urn:microsoft.com/office/officeart/2005/8/layout/hierarchy1"/>
    <dgm:cxn modelId="{A958ABFD-2746-4832-BA74-A68B61F92DFA}" type="presParOf" srcId="{446B0B25-1DF6-4195-B811-D3E681F9AD8D}" destId="{6769087A-6D5D-4389-8BD4-347513A10C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91E927-11FB-494C-B547-1C3FD66175A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9018E1F-1155-4EE8-B0AE-BF9E78AA5AE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Objectifs atteints </a:t>
          </a:r>
        </a:p>
      </dgm:t>
    </dgm:pt>
    <dgm:pt modelId="{08F0CB78-22A0-40A3-BDBD-B900A1BB6DF0}" type="parTrans" cxnId="{88D5AFAC-2B2D-4FBC-88DF-4DF3F9A626D1}">
      <dgm:prSet/>
      <dgm:spPr/>
      <dgm:t>
        <a:bodyPr/>
        <a:lstStyle/>
        <a:p>
          <a:endParaRPr lang="en-US"/>
        </a:p>
      </dgm:t>
    </dgm:pt>
    <dgm:pt modelId="{D06089DA-4B0F-49AA-BBD6-4A9C0CE014F6}" type="sibTrans" cxnId="{88D5AFAC-2B2D-4FBC-88DF-4DF3F9A626D1}">
      <dgm:prSet/>
      <dgm:spPr/>
      <dgm:t>
        <a:bodyPr/>
        <a:lstStyle/>
        <a:p>
          <a:endParaRPr lang="en-US"/>
        </a:p>
      </dgm:t>
    </dgm:pt>
    <dgm:pt modelId="{F58F051C-A624-4CE8-9DF3-04C2A15C177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Optimisation restante</a:t>
          </a:r>
        </a:p>
      </dgm:t>
    </dgm:pt>
    <dgm:pt modelId="{D0CFCEE7-5DFB-4A81-96C7-472E0C20E2E9}" type="parTrans" cxnId="{49E16005-E940-4389-9616-A94D830875CF}">
      <dgm:prSet/>
      <dgm:spPr/>
      <dgm:t>
        <a:bodyPr/>
        <a:lstStyle/>
        <a:p>
          <a:endParaRPr lang="en-US"/>
        </a:p>
      </dgm:t>
    </dgm:pt>
    <dgm:pt modelId="{79771AE6-A9C7-42F4-9525-6B40748DAEE1}" type="sibTrans" cxnId="{49E16005-E940-4389-9616-A94D830875CF}">
      <dgm:prSet/>
      <dgm:spPr/>
      <dgm:t>
        <a:bodyPr/>
        <a:lstStyle/>
        <a:p>
          <a:endParaRPr lang="en-US"/>
        </a:p>
      </dgm:t>
    </dgm:pt>
    <dgm:pt modelId="{BE1A5A32-928C-40AB-A843-5871A6E66D2F}" type="pres">
      <dgm:prSet presAssocID="{C891E927-11FB-494C-B547-1C3FD66175A6}" presName="root" presStyleCnt="0">
        <dgm:presLayoutVars>
          <dgm:dir/>
          <dgm:resizeHandles val="exact"/>
        </dgm:presLayoutVars>
      </dgm:prSet>
      <dgm:spPr/>
    </dgm:pt>
    <dgm:pt modelId="{25CFB61C-0517-4000-969A-A87A64F3B2B3}" type="pres">
      <dgm:prSet presAssocID="{A9018E1F-1155-4EE8-B0AE-BF9E78AA5AEC}" presName="compNode" presStyleCnt="0"/>
      <dgm:spPr/>
    </dgm:pt>
    <dgm:pt modelId="{43A11C9A-4853-4539-A30D-8A3F97F30A05}" type="pres">
      <dgm:prSet presAssocID="{A9018E1F-1155-4EE8-B0AE-BF9E78AA5AE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D3D84A04-607A-41D2-866E-367B41D7960D}" type="pres">
      <dgm:prSet presAssocID="{A9018E1F-1155-4EE8-B0AE-BF9E78AA5AEC}" presName="spaceRect" presStyleCnt="0"/>
      <dgm:spPr/>
    </dgm:pt>
    <dgm:pt modelId="{DE5306D8-848E-4566-A175-192931C01A64}" type="pres">
      <dgm:prSet presAssocID="{A9018E1F-1155-4EE8-B0AE-BF9E78AA5AEC}" presName="textRect" presStyleLbl="revTx" presStyleIdx="0" presStyleCnt="2">
        <dgm:presLayoutVars>
          <dgm:chMax val="1"/>
          <dgm:chPref val="1"/>
        </dgm:presLayoutVars>
      </dgm:prSet>
      <dgm:spPr/>
    </dgm:pt>
    <dgm:pt modelId="{CD635184-70FD-4B42-9213-531DB5CA6674}" type="pres">
      <dgm:prSet presAssocID="{D06089DA-4B0F-49AA-BBD6-4A9C0CE014F6}" presName="sibTrans" presStyleCnt="0"/>
      <dgm:spPr/>
    </dgm:pt>
    <dgm:pt modelId="{9A454124-2DC2-4DA8-B69C-DADD7EA6BE83}" type="pres">
      <dgm:prSet presAssocID="{F58F051C-A624-4CE8-9DF3-04C2A15C177A}" presName="compNode" presStyleCnt="0"/>
      <dgm:spPr/>
    </dgm:pt>
    <dgm:pt modelId="{0BDE9829-9737-4D2A-B3F6-F4458B2B3E37}" type="pres">
      <dgm:prSet presAssocID="{F58F051C-A624-4CE8-9DF3-04C2A15C17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B489E3AA-19F1-4BF9-AF94-41BB1655FF86}" type="pres">
      <dgm:prSet presAssocID="{F58F051C-A624-4CE8-9DF3-04C2A15C177A}" presName="spaceRect" presStyleCnt="0"/>
      <dgm:spPr/>
    </dgm:pt>
    <dgm:pt modelId="{C85142EC-38B6-4F41-BF74-E763F450B8AE}" type="pres">
      <dgm:prSet presAssocID="{F58F051C-A624-4CE8-9DF3-04C2A15C17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9E16005-E940-4389-9616-A94D830875CF}" srcId="{C891E927-11FB-494C-B547-1C3FD66175A6}" destId="{F58F051C-A624-4CE8-9DF3-04C2A15C177A}" srcOrd="1" destOrd="0" parTransId="{D0CFCEE7-5DFB-4A81-96C7-472E0C20E2E9}" sibTransId="{79771AE6-A9C7-42F4-9525-6B40748DAEE1}"/>
    <dgm:cxn modelId="{E9F2C527-A4D0-45F4-82F5-BF122155EA9A}" type="presOf" srcId="{C891E927-11FB-494C-B547-1C3FD66175A6}" destId="{BE1A5A32-928C-40AB-A843-5871A6E66D2F}" srcOrd="0" destOrd="0" presId="urn:microsoft.com/office/officeart/2018/2/layout/IconLabelList"/>
    <dgm:cxn modelId="{7C30EF5D-8F4B-4703-AF56-2FC2B7707478}" type="presOf" srcId="{F58F051C-A624-4CE8-9DF3-04C2A15C177A}" destId="{C85142EC-38B6-4F41-BF74-E763F450B8AE}" srcOrd="0" destOrd="0" presId="urn:microsoft.com/office/officeart/2018/2/layout/IconLabelList"/>
    <dgm:cxn modelId="{85A97B45-D1D7-4332-9413-88730B1459F0}" type="presOf" srcId="{A9018E1F-1155-4EE8-B0AE-BF9E78AA5AEC}" destId="{DE5306D8-848E-4566-A175-192931C01A64}" srcOrd="0" destOrd="0" presId="urn:microsoft.com/office/officeart/2018/2/layout/IconLabelList"/>
    <dgm:cxn modelId="{88D5AFAC-2B2D-4FBC-88DF-4DF3F9A626D1}" srcId="{C891E927-11FB-494C-B547-1C3FD66175A6}" destId="{A9018E1F-1155-4EE8-B0AE-BF9E78AA5AEC}" srcOrd="0" destOrd="0" parTransId="{08F0CB78-22A0-40A3-BDBD-B900A1BB6DF0}" sibTransId="{D06089DA-4B0F-49AA-BBD6-4A9C0CE014F6}"/>
    <dgm:cxn modelId="{85DB1CF1-0D91-4652-B5AA-F7FC8C22BAFC}" type="presParOf" srcId="{BE1A5A32-928C-40AB-A843-5871A6E66D2F}" destId="{25CFB61C-0517-4000-969A-A87A64F3B2B3}" srcOrd="0" destOrd="0" presId="urn:microsoft.com/office/officeart/2018/2/layout/IconLabelList"/>
    <dgm:cxn modelId="{75A537FA-1D6F-4651-93C6-2E0F81F20643}" type="presParOf" srcId="{25CFB61C-0517-4000-969A-A87A64F3B2B3}" destId="{43A11C9A-4853-4539-A30D-8A3F97F30A05}" srcOrd="0" destOrd="0" presId="urn:microsoft.com/office/officeart/2018/2/layout/IconLabelList"/>
    <dgm:cxn modelId="{3BC480A4-B16A-4CC9-97D7-3D08668D646B}" type="presParOf" srcId="{25CFB61C-0517-4000-969A-A87A64F3B2B3}" destId="{D3D84A04-607A-41D2-866E-367B41D7960D}" srcOrd="1" destOrd="0" presId="urn:microsoft.com/office/officeart/2018/2/layout/IconLabelList"/>
    <dgm:cxn modelId="{D720A953-9A2D-4722-A81D-D3DE138E4668}" type="presParOf" srcId="{25CFB61C-0517-4000-969A-A87A64F3B2B3}" destId="{DE5306D8-848E-4566-A175-192931C01A64}" srcOrd="2" destOrd="0" presId="urn:microsoft.com/office/officeart/2018/2/layout/IconLabelList"/>
    <dgm:cxn modelId="{E7FC392C-C7DD-46BD-8FF0-8D769630C4F7}" type="presParOf" srcId="{BE1A5A32-928C-40AB-A843-5871A6E66D2F}" destId="{CD635184-70FD-4B42-9213-531DB5CA6674}" srcOrd="1" destOrd="0" presId="urn:microsoft.com/office/officeart/2018/2/layout/IconLabelList"/>
    <dgm:cxn modelId="{DDA4107A-FDBC-4861-99D1-B008D9D9B37F}" type="presParOf" srcId="{BE1A5A32-928C-40AB-A843-5871A6E66D2F}" destId="{9A454124-2DC2-4DA8-B69C-DADD7EA6BE83}" srcOrd="2" destOrd="0" presId="urn:microsoft.com/office/officeart/2018/2/layout/IconLabelList"/>
    <dgm:cxn modelId="{A52D8B59-08D5-4FC3-8115-F6DF60100D46}" type="presParOf" srcId="{9A454124-2DC2-4DA8-B69C-DADD7EA6BE83}" destId="{0BDE9829-9737-4D2A-B3F6-F4458B2B3E37}" srcOrd="0" destOrd="0" presId="urn:microsoft.com/office/officeart/2018/2/layout/IconLabelList"/>
    <dgm:cxn modelId="{1BCE0F47-BED5-4895-9F1D-E8CC4FDB4D1F}" type="presParOf" srcId="{9A454124-2DC2-4DA8-B69C-DADD7EA6BE83}" destId="{B489E3AA-19F1-4BF9-AF94-41BB1655FF86}" srcOrd="1" destOrd="0" presId="urn:microsoft.com/office/officeart/2018/2/layout/IconLabelList"/>
    <dgm:cxn modelId="{1048A2A8-D333-48B2-AD64-E8C657BB02BE}" type="presParOf" srcId="{9A454124-2DC2-4DA8-B69C-DADD7EA6BE83}" destId="{C85142EC-38B6-4F41-BF74-E763F450B8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E9262-7538-4256-B016-A6CD33BD9D29}">
      <dsp:nvSpPr>
        <dsp:cNvPr id="0" name=""/>
        <dsp:cNvSpPr/>
      </dsp:nvSpPr>
      <dsp:spPr>
        <a:xfrm>
          <a:off x="33417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9C953-D134-41BC-9610-C1E15AAC06BB}">
      <dsp:nvSpPr>
        <dsp:cNvPr id="0" name=""/>
        <dsp:cNvSpPr/>
      </dsp:nvSpPr>
      <dsp:spPr>
        <a:xfrm>
          <a:off x="53984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B5E14-4F74-4AC3-BF5C-5036A1428F1B}">
      <dsp:nvSpPr>
        <dsp:cNvPr id="0" name=""/>
        <dsp:cNvSpPr/>
      </dsp:nvSpPr>
      <dsp:spPr>
        <a:xfrm>
          <a:off x="2568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Contexte / Problématique</a:t>
          </a:r>
        </a:p>
      </dsp:txBody>
      <dsp:txXfrm>
        <a:off x="25682" y="1265836"/>
        <a:ext cx="1582031" cy="632812"/>
      </dsp:txXfrm>
    </dsp:sp>
    <dsp:sp modelId="{EB9F2A92-F5AD-4FCB-BDD2-5B444A42F3B9}">
      <dsp:nvSpPr>
        <dsp:cNvPr id="0" name=""/>
        <dsp:cNvSpPr/>
      </dsp:nvSpPr>
      <dsp:spPr>
        <a:xfrm>
          <a:off x="2193064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5B3C8-A5BD-4F67-8DC4-A9E855A2AF9C}">
      <dsp:nvSpPr>
        <dsp:cNvPr id="0" name=""/>
        <dsp:cNvSpPr/>
      </dsp:nvSpPr>
      <dsp:spPr>
        <a:xfrm>
          <a:off x="2398728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60508-255B-4CA5-B7B8-9F8E9F87342D}">
      <dsp:nvSpPr>
        <dsp:cNvPr id="0" name=""/>
        <dsp:cNvSpPr/>
      </dsp:nvSpPr>
      <dsp:spPr>
        <a:xfrm>
          <a:off x="188456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Objectifs du projet</a:t>
          </a:r>
        </a:p>
      </dsp:txBody>
      <dsp:txXfrm>
        <a:off x="1884568" y="1265836"/>
        <a:ext cx="1582031" cy="632812"/>
      </dsp:txXfrm>
    </dsp:sp>
    <dsp:sp modelId="{21879033-460A-4A4F-A8C4-2C6D55FC5ADF}">
      <dsp:nvSpPr>
        <dsp:cNvPr id="0" name=""/>
        <dsp:cNvSpPr/>
      </dsp:nvSpPr>
      <dsp:spPr>
        <a:xfrm>
          <a:off x="4051951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AA601-B7A1-41D7-A6FE-64406A64EF86}">
      <dsp:nvSpPr>
        <dsp:cNvPr id="0" name=""/>
        <dsp:cNvSpPr/>
      </dsp:nvSpPr>
      <dsp:spPr>
        <a:xfrm>
          <a:off x="425761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DEB47-AE80-4F02-8663-CDE1BFFC6907}">
      <dsp:nvSpPr>
        <dsp:cNvPr id="0" name=""/>
        <dsp:cNvSpPr/>
      </dsp:nvSpPr>
      <dsp:spPr>
        <a:xfrm>
          <a:off x="374345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Diagrammes</a:t>
          </a:r>
        </a:p>
      </dsp:txBody>
      <dsp:txXfrm>
        <a:off x="3743455" y="1265836"/>
        <a:ext cx="1582031" cy="632812"/>
      </dsp:txXfrm>
    </dsp:sp>
    <dsp:sp modelId="{6F91E490-6B46-4A5A-95A0-5B8E440C8DDA}">
      <dsp:nvSpPr>
        <dsp:cNvPr id="0" name=""/>
        <dsp:cNvSpPr/>
      </dsp:nvSpPr>
      <dsp:spPr>
        <a:xfrm>
          <a:off x="591083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9F916-123F-4AD0-A092-882BDC12E130}">
      <dsp:nvSpPr>
        <dsp:cNvPr id="0" name=""/>
        <dsp:cNvSpPr/>
      </dsp:nvSpPr>
      <dsp:spPr>
        <a:xfrm>
          <a:off x="611650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580C3-78B3-4096-A6DD-D9F7BF84045E}">
      <dsp:nvSpPr>
        <dsp:cNvPr id="0" name=""/>
        <dsp:cNvSpPr/>
      </dsp:nvSpPr>
      <dsp:spPr>
        <a:xfrm>
          <a:off x="560234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Architecture générale </a:t>
          </a:r>
        </a:p>
      </dsp:txBody>
      <dsp:txXfrm>
        <a:off x="5602342" y="1265836"/>
        <a:ext cx="1582031" cy="632812"/>
      </dsp:txXfrm>
    </dsp:sp>
    <dsp:sp modelId="{5FF856A8-8715-453D-A476-D255BE030424}">
      <dsp:nvSpPr>
        <dsp:cNvPr id="0" name=""/>
        <dsp:cNvSpPr/>
      </dsp:nvSpPr>
      <dsp:spPr>
        <a:xfrm>
          <a:off x="776972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6A4D1-BCAF-45BB-9154-A058057C9CEF}">
      <dsp:nvSpPr>
        <dsp:cNvPr id="0" name=""/>
        <dsp:cNvSpPr/>
      </dsp:nvSpPr>
      <dsp:spPr>
        <a:xfrm>
          <a:off x="797538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B330A-D8D4-41ED-8B84-CB97D8F65850}">
      <dsp:nvSpPr>
        <dsp:cNvPr id="0" name=""/>
        <dsp:cNvSpPr/>
      </dsp:nvSpPr>
      <dsp:spPr>
        <a:xfrm>
          <a:off x="746122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Technologies Utilisées</a:t>
          </a:r>
        </a:p>
      </dsp:txBody>
      <dsp:txXfrm>
        <a:off x="7461228" y="1265836"/>
        <a:ext cx="1582031" cy="632812"/>
      </dsp:txXfrm>
    </dsp:sp>
    <dsp:sp modelId="{11407F5D-C191-47F0-AD9E-29E20A5C34A0}">
      <dsp:nvSpPr>
        <dsp:cNvPr id="0" name=""/>
        <dsp:cNvSpPr/>
      </dsp:nvSpPr>
      <dsp:spPr>
        <a:xfrm>
          <a:off x="9628611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C13B5-9D4F-497D-B67D-97F7E400E635}">
      <dsp:nvSpPr>
        <dsp:cNvPr id="0" name=""/>
        <dsp:cNvSpPr/>
      </dsp:nvSpPr>
      <dsp:spPr>
        <a:xfrm>
          <a:off x="983427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4B968-8A3D-43E6-B5DB-79860F95B503}">
      <dsp:nvSpPr>
        <dsp:cNvPr id="0" name=""/>
        <dsp:cNvSpPr/>
      </dsp:nvSpPr>
      <dsp:spPr>
        <a:xfrm>
          <a:off x="932011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Fonctionnement de l’application</a:t>
          </a:r>
        </a:p>
      </dsp:txBody>
      <dsp:txXfrm>
        <a:off x="9320115" y="1265836"/>
        <a:ext cx="1582031" cy="632812"/>
      </dsp:txXfrm>
    </dsp:sp>
    <dsp:sp modelId="{84AEF40C-2156-4FD7-A423-A4BB2D3A4C46}">
      <dsp:nvSpPr>
        <dsp:cNvPr id="0" name=""/>
        <dsp:cNvSpPr/>
      </dsp:nvSpPr>
      <dsp:spPr>
        <a:xfrm>
          <a:off x="2193064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688AF-E97E-4EBD-BDB2-20B1BE4CE991}">
      <dsp:nvSpPr>
        <dsp:cNvPr id="0" name=""/>
        <dsp:cNvSpPr/>
      </dsp:nvSpPr>
      <dsp:spPr>
        <a:xfrm>
          <a:off x="2398728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03835-84E1-42A0-9EE6-CA0812BA568B}">
      <dsp:nvSpPr>
        <dsp:cNvPr id="0" name=""/>
        <dsp:cNvSpPr/>
      </dsp:nvSpPr>
      <dsp:spPr>
        <a:xfrm>
          <a:off x="1884568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Interface utilisateur</a:t>
          </a:r>
        </a:p>
      </dsp:txBody>
      <dsp:txXfrm>
        <a:off x="1884568" y="3559781"/>
        <a:ext cx="1582031" cy="632812"/>
      </dsp:txXfrm>
    </dsp:sp>
    <dsp:sp modelId="{D5EAC35C-1B3D-4185-B381-141F84039FB0}">
      <dsp:nvSpPr>
        <dsp:cNvPr id="0" name=""/>
        <dsp:cNvSpPr/>
      </dsp:nvSpPr>
      <dsp:spPr>
        <a:xfrm>
          <a:off x="4051951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EBA91-A2C3-47E9-B7A3-C328F827C971}">
      <dsp:nvSpPr>
        <dsp:cNvPr id="0" name=""/>
        <dsp:cNvSpPr/>
      </dsp:nvSpPr>
      <dsp:spPr>
        <a:xfrm>
          <a:off x="4257615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0AB17-859F-4124-A2F9-875429E62546}">
      <dsp:nvSpPr>
        <dsp:cNvPr id="0" name=""/>
        <dsp:cNvSpPr/>
      </dsp:nvSpPr>
      <dsp:spPr>
        <a:xfrm>
          <a:off x="3743455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Difficultés rencontrées / Correctif</a:t>
          </a:r>
        </a:p>
      </dsp:txBody>
      <dsp:txXfrm>
        <a:off x="3743455" y="3559781"/>
        <a:ext cx="1582031" cy="632812"/>
      </dsp:txXfrm>
    </dsp:sp>
    <dsp:sp modelId="{A0BFDABF-3B4C-4198-844A-1676B0864C46}">
      <dsp:nvSpPr>
        <dsp:cNvPr id="0" name=""/>
        <dsp:cNvSpPr/>
      </dsp:nvSpPr>
      <dsp:spPr>
        <a:xfrm>
          <a:off x="5910838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DF0FA-9941-4525-89F1-E809F1C2FD36}">
      <dsp:nvSpPr>
        <dsp:cNvPr id="0" name=""/>
        <dsp:cNvSpPr/>
      </dsp:nvSpPr>
      <dsp:spPr>
        <a:xfrm>
          <a:off x="6116502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13711-8CED-4345-B109-A4EC82D87AF3}">
      <dsp:nvSpPr>
        <dsp:cNvPr id="0" name=""/>
        <dsp:cNvSpPr/>
      </dsp:nvSpPr>
      <dsp:spPr>
        <a:xfrm>
          <a:off x="5602342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dirty="0"/>
            <a:t>Travail réalisé</a:t>
          </a:r>
        </a:p>
      </dsp:txBody>
      <dsp:txXfrm>
        <a:off x="5602342" y="3559781"/>
        <a:ext cx="1582031" cy="632812"/>
      </dsp:txXfrm>
    </dsp:sp>
    <dsp:sp modelId="{B498BBDF-9BCD-40EF-AEEA-1ACB56B47829}">
      <dsp:nvSpPr>
        <dsp:cNvPr id="0" name=""/>
        <dsp:cNvSpPr/>
      </dsp:nvSpPr>
      <dsp:spPr>
        <a:xfrm>
          <a:off x="7769725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6807F-91E0-4061-A156-406E572BBDFC}">
      <dsp:nvSpPr>
        <dsp:cNvPr id="0" name=""/>
        <dsp:cNvSpPr/>
      </dsp:nvSpPr>
      <dsp:spPr>
        <a:xfrm>
          <a:off x="7975389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09510-3545-4E67-BCB3-B78AB7D77A13}">
      <dsp:nvSpPr>
        <dsp:cNvPr id="0" name=""/>
        <dsp:cNvSpPr/>
      </dsp:nvSpPr>
      <dsp:spPr>
        <a:xfrm>
          <a:off x="7461228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 noProof="0" dirty="0"/>
            <a:t>Conclusion </a:t>
          </a:r>
        </a:p>
      </dsp:txBody>
      <dsp:txXfrm>
        <a:off x="7461228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9A922-74B1-4CA1-B71E-987FC27ADE7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F8440-5EFA-47C2-AF1F-A819DB6295D6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noProof="0" dirty="0"/>
            <a:t>Etude du Laboratoire PIMENT Université de la Réunion</a:t>
          </a:r>
        </a:p>
      </dsp:txBody>
      <dsp:txXfrm>
        <a:off x="398656" y="1088253"/>
        <a:ext cx="2959127" cy="1837317"/>
      </dsp:txXfrm>
    </dsp:sp>
    <dsp:sp modelId="{D75BD309-B7B9-4E6A-BF26-406CE46682A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334E0-2093-4570-B367-C23927EF4785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noProof="0" dirty="0"/>
            <a:t>Fonctionnel de 2019 - 2024</a:t>
          </a:r>
        </a:p>
      </dsp:txBody>
      <dsp:txXfrm>
        <a:off x="4155097" y="1088253"/>
        <a:ext cx="2959127" cy="1837317"/>
      </dsp:txXfrm>
    </dsp:sp>
    <dsp:sp modelId="{0FC47FA0-DDA1-4FE7-A24E-495B52CD08F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D9F77-2315-4345-8946-8350A97A3A1B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noProof="0" dirty="0"/>
            <a:t>Implémentation par le SIDELEC dans le cirque de Mafate</a:t>
          </a:r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AB32D-9F76-4487-B9A6-CB70CAB0889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FD422-1E69-43CE-8D80-FCEA9244C89B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 dirty="0"/>
            <a:t>Intégrer les nouvelles fonctionnalités de mes collègues 2026</a:t>
          </a:r>
        </a:p>
      </dsp:txBody>
      <dsp:txXfrm>
        <a:off x="100682" y="2427484"/>
        <a:ext cx="2370489" cy="720000"/>
      </dsp:txXfrm>
    </dsp:sp>
    <dsp:sp modelId="{99657CFB-34E8-4BC8-8217-8868B0294A86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DFA9D-136F-4C0E-8C34-39A79B43AAC2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 dirty="0"/>
            <a:t>Intégrer toutes les données N0 à N7 (actuellement seulement N6)</a:t>
          </a:r>
        </a:p>
      </dsp:txBody>
      <dsp:txXfrm>
        <a:off x="2886007" y="2427484"/>
        <a:ext cx="2370489" cy="720000"/>
      </dsp:txXfrm>
    </dsp:sp>
    <dsp:sp modelId="{81DF2DCD-E066-42CF-9BF2-A65011FCA5C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7850F-A855-4C64-811C-DA4D294E6EF5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 dirty="0"/>
            <a:t>Visualisation des données sur le site web</a:t>
          </a:r>
        </a:p>
      </dsp:txBody>
      <dsp:txXfrm>
        <a:off x="5671332" y="2427484"/>
        <a:ext cx="2370489" cy="720000"/>
      </dsp:txXfrm>
    </dsp:sp>
    <dsp:sp modelId="{64A9945E-30D3-4AF1-8453-6C18B61410C3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A9B08-2596-4F10-AE8F-46AF5D441DB3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 dirty="0"/>
            <a:t>Correction des codes</a:t>
          </a:r>
        </a:p>
      </dsp:txBody>
      <dsp:txXfrm>
        <a:off x="8456657" y="2427484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17C4A-36E8-4489-B404-EA82FC113769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5225F-AFD6-4E13-827B-268FB879FBA8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28E6C-9A8B-4B68-92F2-AD80203EF30D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Rapide a mettre en place</a:t>
          </a:r>
        </a:p>
      </dsp:txBody>
      <dsp:txXfrm>
        <a:off x="1796691" y="8195"/>
        <a:ext cx="3120653" cy="1323913"/>
      </dsp:txXfrm>
    </dsp:sp>
    <dsp:sp modelId="{9A415A7D-DC02-45CC-BF81-3AAF822BF154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65F75-65EA-4546-9E7E-4B684036E88B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B432A-2DDD-498A-AD41-71C494BEE09E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Très complet</a:t>
          </a:r>
        </a:p>
      </dsp:txBody>
      <dsp:txXfrm>
        <a:off x="7068704" y="8195"/>
        <a:ext cx="3120653" cy="1323913"/>
      </dsp:txXfrm>
    </dsp:sp>
    <dsp:sp modelId="{159762AC-32B5-4919-831E-4CF7C8B35F78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5DDF1-7977-467C-98AE-226AE18026BE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4872-1B51-41B2-82E5-9AA73C7F2958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Sécurisé</a:t>
          </a:r>
        </a:p>
      </dsp:txBody>
      <dsp:txXfrm>
        <a:off x="1796691" y="1877792"/>
        <a:ext cx="3120653" cy="1323913"/>
      </dsp:txXfrm>
    </dsp:sp>
    <dsp:sp modelId="{BC7A0595-E7BC-414A-AE4E-FCC051237C2A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727B5-1D8C-4EB5-A55D-1F30BC053ABB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7D484-25BB-44C9-8703-991235255AAF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Evolutif et Polyvalent</a:t>
          </a:r>
        </a:p>
      </dsp:txBody>
      <dsp:txXfrm>
        <a:off x="7068704" y="1877792"/>
        <a:ext cx="3120653" cy="13239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7CC15-6ADC-42DE-A583-52B42BBB98B8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kern="1200"/>
            <a:t>Ajout données CSV Batterie sur le site</a:t>
          </a:r>
          <a:endParaRPr lang="en-US" sz="4700" kern="1200"/>
        </a:p>
      </dsp:txBody>
      <dsp:txXfrm>
        <a:off x="1283" y="673807"/>
        <a:ext cx="5006206" cy="3003723"/>
      </dsp:txXfrm>
    </dsp:sp>
    <dsp:sp modelId="{0728CA38-B0DC-4C5B-8147-A4CBA28F7C3F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kern="1200" dirty="0"/>
            <a:t>Liaison Batterie</a:t>
          </a:r>
          <a:r>
            <a:rPr lang="fr-FR" sz="4700" kern="1200" dirty="0">
              <a:sym typeface="Wingdings" panose="05000000000000000000" pitchFamily="2" charset="2"/>
            </a:rPr>
            <a:t></a:t>
          </a:r>
          <a:r>
            <a:rPr lang="fr-FR" sz="4700" kern="1200" dirty="0"/>
            <a:t> MQTT (</a:t>
          </a:r>
          <a:r>
            <a:rPr lang="fr-FR" sz="4700" kern="1200" dirty="0" err="1"/>
            <a:t>HiveMQ</a:t>
          </a:r>
          <a:r>
            <a:rPr lang="fr-FR" sz="4700" kern="1200" dirty="0"/>
            <a:t>) </a:t>
          </a:r>
          <a:r>
            <a:rPr lang="fr-FR" sz="4700" kern="1200" dirty="0">
              <a:sym typeface="Wingdings" panose="05000000000000000000" pitchFamily="2" charset="2"/>
            </a:rPr>
            <a:t></a:t>
          </a:r>
          <a:r>
            <a:rPr lang="fr-FR" sz="4700" kern="1200" dirty="0"/>
            <a:t> Django</a:t>
          </a:r>
          <a:endParaRPr lang="en-US" sz="4700" kern="1200" dirty="0"/>
        </a:p>
      </dsp:txBody>
      <dsp:txXfrm>
        <a:off x="5508110" y="673807"/>
        <a:ext cx="5006206" cy="30037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97044-2D43-46A4-AE0E-7CEEC97D5A94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3F590-DE2E-4A43-B15C-84F303BE8CD5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OVH </a:t>
          </a:r>
          <a:endParaRPr lang="en-US" sz="6500" kern="1200"/>
        </a:p>
      </dsp:txBody>
      <dsp:txXfrm>
        <a:off x="585701" y="1066737"/>
        <a:ext cx="4337991" cy="2693452"/>
      </dsp:txXfrm>
    </dsp:sp>
    <dsp:sp modelId="{50130292-0671-46A7-A84F-BD882DF0A459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6A35F-BC56-46FF-8B38-16474BC05370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Machine Local BDD</a:t>
          </a:r>
          <a:endParaRPr lang="en-US" sz="6500" kern="1200"/>
        </a:p>
      </dsp:txBody>
      <dsp:txXfrm>
        <a:off x="6092527" y="1066737"/>
        <a:ext cx="4337991" cy="26934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11C9A-4853-4539-A30D-8A3F97F30A05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306D8-848E-4566-A175-192931C01A64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noProof="0" dirty="0"/>
            <a:t>Objectifs atteints </a:t>
          </a:r>
        </a:p>
      </dsp:txBody>
      <dsp:txXfrm>
        <a:off x="765914" y="2943510"/>
        <a:ext cx="4320000" cy="720000"/>
      </dsp:txXfrm>
    </dsp:sp>
    <dsp:sp modelId="{0BDE9829-9737-4D2A-B3F6-F4458B2B3E37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142EC-38B6-4F41-BF74-E763F450B8AE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noProof="0" dirty="0"/>
            <a:t>Optimisation restante</a:t>
          </a:r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3A06-34E5-414C-9086-697FCF6C5218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8060-67F1-429F-9873-0A68734B50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65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16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185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317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8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R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38060-67F1-429F-9873-0A68734B5043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39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B397E-AE15-7D93-7F87-2B5815141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C49856-65D4-EFB5-F189-5795C6AF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26D81-E8AA-9D57-B6E2-E224DDA0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F322F-4AA4-4A71-8F02-20FEE2147E7F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ACD05B-5958-C309-6A44-A2A0E56A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88A3AA-CAE2-5B0E-0530-B3940090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14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5C331-FCFB-0746-AE93-9FB3DD27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FF798D-8B2D-EF08-C692-1E6D68BF2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FBB9C0-5495-40E4-654E-001F7E97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B8D5-0D7D-47BE-9C76-838AB5EE3390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2C0851-4B11-9999-C342-B10A7298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446DA9-5DE6-4E1A-9D82-1A817303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96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455E6-EBD6-24E0-0DD4-D6E75188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DEEB89-E0B6-176D-A7CB-9E6A35798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873C5-A064-FE57-FBB5-4F4EFFB7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9E17D-F28C-47F4-9B00-2893464D53C3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1A195B-BC55-CFD2-C36E-21299A3F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BE6F44-55A6-367F-E14A-5A6F112F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65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CD2C3-3CC9-E8BD-1B64-BDAA279E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86641-80A7-31F6-F70B-1CF00F2D1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8EEB47-852B-2790-A333-9670285F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FD4CFE-0C75-9142-C53E-5B911A4B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05047-4429-42BE-9E22-723083EF17D3}" type="datetime1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82B094-D250-D715-5579-DEC45C3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E51420-4922-B915-2899-1FBBD434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18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1AF4-E1F4-6648-67D3-27B19369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C66B4C-C0EE-5926-989B-07FB0AA07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5DF488-B8E5-96AD-3385-A9AC937B5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FD5F8C-6C7A-F65B-2591-75B0847BB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CD9EF7-1B18-04DD-835B-7342D5279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75F9A7-CFD4-9BE5-8613-3150CD94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A3D3-AFF0-46F0-8607-28F77673FA3F}" type="datetime1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C518573-91B2-3D36-1C0B-A0F3BA6F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EBED9E-C7E3-1EFA-3C40-16D58F05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30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0DDD4-72EF-E8B3-5A27-B9CADC69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FE2642-7C65-BAC0-3A9A-751E8527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D968-499F-47EF-B710-D9E7EF917F25}" type="datetime1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0B1FCC-764C-F556-42FC-F52D03FD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6C9DD2-089C-3388-2038-0FA8F1FF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00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6BCB0C-C24C-051D-5892-47ADD126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0C71-6F2E-4942-8B3B-EFF98CDCC21F}" type="datetime1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27768E-7721-C6AD-7BBA-21EC5E60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2B47A2-8479-33AC-F89E-71869394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41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D4B19-E18C-BCCB-944F-E71EB077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6B9F94-5A39-C8BC-2813-2ADD500C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B12A30-A01D-41CC-BC69-78654FD6B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A1D0ED-D346-6ADA-20CD-3F97CFDA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F04E-3C18-41CF-814C-10C737F359E8}" type="datetime1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2793C8-FE74-FCFC-FD4E-920ACBE1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19CB00-0E64-82C9-C78A-3E41E74E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66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E228A-8213-913D-A116-47582815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EDF0C5-AC69-A2C3-9C22-8152E3085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E60342-FC4B-A84E-B6FB-48CCF7414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9CE5F5-3A0A-795C-BED4-697EFB3F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71F4-2603-4704-A878-F45F2C0D55B1}" type="datetime1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95B520-A877-45AA-CCCF-5AF10017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FF7D96-115B-D0E8-2045-E8AA2514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3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2156A-FFE4-885D-A7C1-3060E292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7132FD-9C89-BF4A-68DA-B49560A7D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93CE9-4B1E-A38B-A31D-C6663F68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52DA-F28A-460F-AD93-4E59411A68C7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1F6D6B-A380-2527-FCE6-768F8A77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A9365-A2F5-1A42-9DDE-A8CDB57B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1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59D149-194A-6AE5-57C1-763E68E44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5B2EDC-74B7-933B-D767-9113037E6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4EFDED-4F4D-B568-8B15-1EA2A79E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B8299-AE9D-41C1-98AA-69B80D6135FA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8034B4-4CE2-8022-C443-21B9BAA2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C47561-CE90-3542-AF97-76EFEF28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59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A80725-AD91-C68F-124F-34AAA924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6605F2-91CA-58C9-6B64-057222F6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E47302-EFAD-B584-210E-4FDDA6F3F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5C064-5734-4D1F-B4BD-4060C4451A47}" type="datetime1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BBF5C3-A672-607E-0EC9-1EE686B10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A27832-476D-A0AB-311C-15BF1A39E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35036-AD9C-4834-9CB6-2BC77A23E8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29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4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CD7FD9-86F2-FAAC-0242-5B98764350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12" b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FAC34B-9927-516F-CB08-A48C4E995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fr-FR" sz="5200" noProof="0">
                <a:solidFill>
                  <a:srgbClr val="FFFFFF"/>
                </a:solidFill>
              </a:rPr>
              <a:t>Présentation Projet SMACP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B86FBB-3E04-56A8-BE8B-CF029B5D8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fr-FR" noProof="0">
                <a:solidFill>
                  <a:srgbClr val="FFFFFF"/>
                </a:solidFill>
              </a:rPr>
              <a:t>Mathias DIJOUX </a:t>
            </a:r>
          </a:p>
          <a:p>
            <a:pPr algn="l"/>
            <a:r>
              <a:rPr lang="fr-FR" noProof="0">
                <a:solidFill>
                  <a:srgbClr val="FFFFFF"/>
                </a:solidFill>
              </a:rPr>
              <a:t>Willan BANOR</a:t>
            </a:r>
          </a:p>
          <a:p>
            <a:pPr algn="l"/>
            <a:r>
              <a:rPr lang="fr-FR" noProof="0">
                <a:solidFill>
                  <a:srgbClr val="FFFFFF"/>
                </a:solidFill>
              </a:rPr>
              <a:t>Eliott MOLARD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EDA429-0FC2-D7B3-3703-2F3D8699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4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440936-9A76-E497-6359-10452762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noProof="0" dirty="0">
                <a:solidFill>
                  <a:srgbClr val="FFFFFF"/>
                </a:solidFill>
              </a:rPr>
              <a:t>Sommaire </a:t>
            </a:r>
          </a:p>
        </p:txBody>
      </p:sp>
      <p:graphicFrame>
        <p:nvGraphicFramePr>
          <p:cNvPr id="17" name="Espace réservé du contenu 3">
            <a:extLst>
              <a:ext uri="{FF2B5EF4-FFF2-40B4-BE49-F238E27FC236}">
                <a16:creationId xmlns:a16="http://schemas.microsoft.com/office/drawing/2014/main" id="{87D0C66E-3C6B-04F4-97E9-FAC9108E4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0457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C7CBBA2-B635-801F-F5D0-4538767B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2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445765-0F66-AC77-F53F-FD5E9E54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noProof="0" dirty="0">
                <a:solidFill>
                  <a:srgbClr val="FFFFFF"/>
                </a:solidFill>
              </a:rPr>
              <a:t>Contexte / Problématique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55C19-B328-8F85-3601-CA914781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3</a:t>
            </a:fld>
            <a:endParaRPr lang="fr-FR" sz="1100" noProof="0" dirty="0">
              <a:solidFill>
                <a:srgbClr val="FF0000"/>
              </a:solidFill>
            </a:endParaRP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6C4515AF-9FDB-6B15-23E4-7364BA2C1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40305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716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535C2-7226-16D8-4CE2-74410729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0"/>
            <a:ext cx="10515600" cy="1025525"/>
          </a:xfrm>
        </p:spPr>
        <p:txBody>
          <a:bodyPr/>
          <a:lstStyle/>
          <a:p>
            <a:pPr algn="ctr"/>
            <a:r>
              <a:rPr lang="fr-FR" noProof="0" dirty="0"/>
              <a:t>Répartition des tâches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DAB63-3082-CD4B-3566-C65B9B6D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4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BC340CF-EB16-06EA-A769-6365EB422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1200948"/>
            <a:ext cx="6705365" cy="173621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35391A0-4348-D547-BF83-B5E47898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3112581"/>
            <a:ext cx="5658929" cy="171872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088CC70-6981-EA81-EA72-C32618B1D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1" y="4891853"/>
            <a:ext cx="3211004" cy="161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4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E0F36-9ED3-9E05-A124-9F93A3CB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fr-FR" sz="3200" noProof="0" dirty="0"/>
              <a:t>Objectif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81BE2-F2DE-F033-8BB7-980E20A2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fr-FR" sz="2000" noProof="0" dirty="0"/>
              <a:t>Besoin de supervision à distance</a:t>
            </a:r>
          </a:p>
          <a:p>
            <a:r>
              <a:rPr lang="fr-FR" sz="2000" noProof="0" dirty="0"/>
              <a:t>Centraliser les données </a:t>
            </a:r>
          </a:p>
          <a:p>
            <a:r>
              <a:rPr lang="fr-FR" sz="2000" noProof="0" dirty="0"/>
              <a:t>Sécuriser l’installation </a:t>
            </a:r>
          </a:p>
          <a:p>
            <a:r>
              <a:rPr lang="fr-FR" sz="2000" noProof="0" dirty="0"/>
              <a:t>Surveiller les performances</a:t>
            </a:r>
          </a:p>
          <a:p>
            <a:endParaRPr lang="fr-FR" sz="2000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51F99A-A856-7A31-0568-A80A2EDE5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660" y="609600"/>
            <a:ext cx="7772403" cy="485775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724ACF-97C4-EA7D-4FF5-564FA3A6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5</a:t>
            </a:fld>
            <a:endParaRPr lang="fr-FR" noProof="0" dirty="0">
              <a:solidFill>
                <a:srgbClr val="FF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83393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FEFEB1-9742-0C0F-603D-9F758948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3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d’</a:t>
            </a:r>
            <a:r>
              <a:rPr lang="fr-FR" sz="3600" dirty="0">
                <a:solidFill>
                  <a:srgbClr val="FFFFFF"/>
                </a:solidFill>
              </a:rPr>
              <a:t>e</a:t>
            </a:r>
            <a:r>
              <a:rPr lang="fr-FR" sz="36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xigence</a:t>
            </a:r>
            <a:endParaRPr lang="fr-FR" sz="36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EB9F17-3CF3-DAE6-0B79-EC6078BA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>
                    <a:alpha val="80000"/>
                  </a:srgbClr>
                </a:solidFill>
              </a:rPr>
              <a:pPr>
                <a:spcAft>
                  <a:spcPts val="600"/>
                </a:spcAft>
              </a:pPr>
              <a:t>6</a:t>
            </a:fld>
            <a:endParaRPr lang="fr-FR" noProof="0" dirty="0">
              <a:solidFill>
                <a:srgbClr val="FF0000">
                  <a:alpha val="80000"/>
                </a:srgbClr>
              </a:solidFill>
            </a:endParaRP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96BCB91A-F5B9-47B0-4CD6-E467878AE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26" y="-2"/>
            <a:ext cx="7975474" cy="628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A45C2-50AA-F160-ACD2-D805DC45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44550"/>
          </a:xfrm>
        </p:spPr>
        <p:txBody>
          <a:bodyPr/>
          <a:lstStyle/>
          <a:p>
            <a:pPr algn="ctr"/>
            <a:r>
              <a:rPr lang="fr-FR" noProof="0" dirty="0"/>
              <a:t>Synoptique projet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D6C98F-C7BB-F40D-9519-060A40C0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7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CF89E956-34F0-62BB-B9A3-20B095FBB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196" y="910431"/>
            <a:ext cx="8921354" cy="594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95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FF9ECC-0AE3-BC1C-7E39-B9A1FA8D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de Cas d’utilisation (personnel)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EFB3648-7BBF-F371-2E62-125D4D251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66006"/>
            <a:ext cx="7347537" cy="532696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8DDB11-BBF7-7900-F468-CC3302A6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 algn="l">
                <a:spcAft>
                  <a:spcPts val="600"/>
                </a:spcAft>
              </a:pPr>
              <a:t>8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46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F175C-C8D3-BABD-2149-10C6A530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Gantt prévisionnel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75DCD8F-63AA-3144-4F0F-7D80272C4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65" y="2835798"/>
            <a:ext cx="11990469" cy="200507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67FCED-CF7A-8BD7-BB08-EB554D42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9</a:t>
            </a:fld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6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144240-8E2C-B8E7-8894-9235D7C5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Diagramme de Gantt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A63B8A-A519-8887-E1F3-779AA78C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10</a:t>
            </a:fld>
            <a:endParaRPr lang="fr-FR" sz="1100" noProof="0" dirty="0">
              <a:solidFill>
                <a:srgbClr val="FF0000"/>
              </a:solidFill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FE8852A-C0B3-5BA8-99DB-899DA34B4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15" y="1712806"/>
            <a:ext cx="11642810" cy="47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4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7" name="Freeform: Shape 1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858DDE-A2C5-D0B5-2FB1-1F4E4CFF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4" y="393380"/>
            <a:ext cx="5417052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600" noProof="0" dirty="0"/>
              <a:t>GitHub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DE7A1A-4B5E-9140-92A5-7267AAA94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7953"/>
            <a:ext cx="6270830" cy="3590048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F86F54A-BF5D-BDC9-D6EF-4B599D7D7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9640" y="0"/>
            <a:ext cx="5968864" cy="326795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0301BB-1C76-4311-CE56-E4E398B7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000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11</a:t>
            </a:fld>
            <a:endParaRPr lang="fr-FR" sz="1000" noProof="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C38379-5F52-27F9-D760-2707256F4732}"/>
              </a:ext>
            </a:extLst>
          </p:cNvPr>
          <p:cNvSpPr txBox="1"/>
          <p:nvPr/>
        </p:nvSpPr>
        <p:spPr>
          <a:xfrm>
            <a:off x="6734175" y="3574442"/>
            <a:ext cx="3752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2 Dépôt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1 pour la documentation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1 pour le code</a:t>
            </a:r>
          </a:p>
        </p:txBody>
      </p:sp>
    </p:spTree>
    <p:extLst>
      <p:ext uri="{BB962C8B-B14F-4D97-AF65-F5344CB8AC3E}">
        <p14:creationId xmlns:p14="http://schemas.microsoft.com/office/powerpoint/2010/main" val="263648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56CC2BA8-836B-E2B2-783D-0E32E660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noProof="0" dirty="0">
                <a:solidFill>
                  <a:srgbClr val="FFFFFF"/>
                </a:solidFill>
              </a:rPr>
              <a:t>Objectifs du Projet (partie personnel)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C062FEB-84CD-DC20-C6EC-B80BADFB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12</a:t>
            </a:fld>
            <a:endParaRPr lang="fr-FR" sz="1100" noProof="0" dirty="0">
              <a:solidFill>
                <a:srgbClr val="FF0000"/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7A54F5EA-8B6F-D469-3B72-E2C8E5315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1484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046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B30FB45-4ED0-D3A4-4475-7615F36C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151304" cy="1325563"/>
          </a:xfrm>
        </p:spPr>
        <p:txBody>
          <a:bodyPr anchor="b"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Technologies utilisées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" y="2026340"/>
            <a:ext cx="5446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3EBE82-A3F0-8BEE-1CC2-9925574C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151304" cy="3711571"/>
          </a:xfrm>
        </p:spPr>
        <p:txBody>
          <a:bodyPr>
            <a:normAutofit lnSpcReduction="10000"/>
          </a:bodyPr>
          <a:lstStyle/>
          <a:p>
            <a:r>
              <a:rPr lang="fr-FR" sz="2000" noProof="0" dirty="0">
                <a:solidFill>
                  <a:schemeClr val="bg1"/>
                </a:solidFill>
              </a:rPr>
              <a:t>Python </a:t>
            </a:r>
          </a:p>
          <a:p>
            <a:r>
              <a:rPr lang="fr-FR" sz="2000" noProof="0" dirty="0">
                <a:solidFill>
                  <a:schemeClr val="bg1"/>
                </a:solidFill>
              </a:rPr>
              <a:t>Django</a:t>
            </a:r>
          </a:p>
          <a:p>
            <a:r>
              <a:rPr lang="fr-FR" sz="2000" noProof="0" dirty="0">
                <a:solidFill>
                  <a:schemeClr val="bg1"/>
                </a:solidFill>
              </a:rPr>
              <a:t>PostgreSQL</a:t>
            </a:r>
          </a:p>
          <a:p>
            <a:r>
              <a:rPr lang="fr-FR" sz="2000" noProof="0" dirty="0">
                <a:solidFill>
                  <a:schemeClr val="bg1"/>
                </a:solidFill>
              </a:rPr>
              <a:t>MQTT</a:t>
            </a:r>
          </a:p>
          <a:p>
            <a:r>
              <a:rPr lang="fr-FR" sz="2000" noProof="0" dirty="0" err="1">
                <a:solidFill>
                  <a:schemeClr val="bg1"/>
                </a:solidFill>
              </a:rPr>
              <a:t>HiveMQ</a:t>
            </a:r>
            <a:endParaRPr lang="fr-FR" sz="2000" noProof="0" dirty="0">
              <a:solidFill>
                <a:schemeClr val="bg1"/>
              </a:solidFill>
            </a:endParaRPr>
          </a:p>
          <a:p>
            <a:r>
              <a:rPr lang="fr-FR" sz="2000" noProof="0" dirty="0">
                <a:solidFill>
                  <a:schemeClr val="bg1"/>
                </a:solidFill>
              </a:rPr>
              <a:t>Ubuntu 24.10</a:t>
            </a:r>
          </a:p>
          <a:p>
            <a:r>
              <a:rPr lang="fr-FR" sz="2000" noProof="0" dirty="0">
                <a:solidFill>
                  <a:schemeClr val="bg1"/>
                </a:solidFill>
              </a:rPr>
              <a:t>Nginx</a:t>
            </a:r>
          </a:p>
          <a:p>
            <a:r>
              <a:rPr lang="fr-FR" sz="2000" noProof="0" dirty="0" err="1">
                <a:solidFill>
                  <a:schemeClr val="bg1"/>
                </a:solidFill>
              </a:rPr>
              <a:t>Gunicorn</a:t>
            </a:r>
            <a:endParaRPr lang="fr-FR" sz="2000" noProof="0" dirty="0">
              <a:solidFill>
                <a:schemeClr val="bg1"/>
              </a:solidFill>
            </a:endParaRPr>
          </a:p>
          <a:p>
            <a:r>
              <a:rPr lang="fr-FR" sz="2000" noProof="0" dirty="0">
                <a:solidFill>
                  <a:schemeClr val="bg1"/>
                </a:solidFill>
              </a:rPr>
              <a:t>Redis / </a:t>
            </a:r>
            <a:r>
              <a:rPr lang="fr-FR" sz="2000" noProof="0" dirty="0" err="1">
                <a:solidFill>
                  <a:schemeClr val="bg1"/>
                </a:solidFill>
              </a:rPr>
              <a:t>Celery</a:t>
            </a:r>
            <a:endParaRPr lang="fr-FR" sz="2000" noProof="0" dirty="0">
              <a:solidFill>
                <a:schemeClr val="bg1"/>
              </a:solidFill>
            </a:endParaRPr>
          </a:p>
          <a:p>
            <a:r>
              <a:rPr lang="fr-FR" sz="2000" noProof="0" dirty="0">
                <a:solidFill>
                  <a:schemeClr val="bg1"/>
                </a:solidFill>
              </a:rPr>
              <a:t>Vs Code</a:t>
            </a:r>
          </a:p>
        </p:txBody>
      </p:sp>
      <p:pic>
        <p:nvPicPr>
          <p:cNvPr id="4" name="Image 3" descr="HiveMQ">
            <a:extLst>
              <a:ext uri="{FF2B5EF4-FFF2-40B4-BE49-F238E27FC236}">
                <a16:creationId xmlns:a16="http://schemas.microsoft.com/office/drawing/2014/main" id="{A78CA7D3-6252-9F3F-C0A1-147A55EE7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653" y="233582"/>
            <a:ext cx="2971800" cy="2971800"/>
          </a:xfrm>
          <a:prstGeom prst="rect">
            <a:avLst/>
          </a:prstGeom>
        </p:spPr>
      </p:pic>
      <p:pic>
        <p:nvPicPr>
          <p:cNvPr id="7" name="Image 6" descr="PostgreSQL Foreign Data Wrappers | Kentik Blog">
            <a:extLst>
              <a:ext uri="{FF2B5EF4-FFF2-40B4-BE49-F238E27FC236}">
                <a16:creationId xmlns:a16="http://schemas.microsoft.com/office/drawing/2014/main" id="{A8B0A1F8-660B-8CD0-C670-1EF78B908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253" y="1277441"/>
            <a:ext cx="2971800" cy="1927941"/>
          </a:xfrm>
          <a:prstGeom prst="rect">
            <a:avLst/>
          </a:prstGeom>
        </p:spPr>
      </p:pic>
      <p:pic>
        <p:nvPicPr>
          <p:cNvPr id="3" name="Image 2" descr="Pourquoi choisir Django framework pour votre développement web ? | HooYia :  Votre partenaire informatique de confiance au Cameroun">
            <a:extLst>
              <a:ext uri="{FF2B5EF4-FFF2-40B4-BE49-F238E27FC236}">
                <a16:creationId xmlns:a16="http://schemas.microsoft.com/office/drawing/2014/main" id="{F7142ED9-6403-FF71-69BB-03BB21AEE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653" y="3411753"/>
            <a:ext cx="2971800" cy="1664208"/>
          </a:xfrm>
          <a:prstGeom prst="rect">
            <a:avLst/>
          </a:prstGeom>
        </p:spPr>
      </p:pic>
      <p:pic>
        <p:nvPicPr>
          <p:cNvPr id="8" name="Image 7" descr="Django with PostgreSQL, Nginx, Gunicorn on Ubuntu- CloudSigma">
            <a:extLst>
              <a:ext uri="{FF2B5EF4-FFF2-40B4-BE49-F238E27FC236}">
                <a16:creationId xmlns:a16="http://schemas.microsoft.com/office/drawing/2014/main" id="{D10BA16C-1216-E9E4-9A98-F22B41391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453" y="3370612"/>
            <a:ext cx="2971800" cy="154801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5270919-9B4A-078E-D3FA-1E23889A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13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62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5DA28F-05B7-A319-D33C-290B0652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fr-FR" sz="4800" noProof="0" dirty="0"/>
              <a:t>Pourquoi Django 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7E76E0-07C3-A6EC-0A0A-A35A7D5B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14</a:t>
            </a:fld>
            <a:endParaRPr lang="fr-FR" noProof="0" dirty="0">
              <a:solidFill>
                <a:srgbClr val="FF0000"/>
              </a:solidFill>
            </a:endParaRPr>
          </a:p>
        </p:txBody>
      </p:sp>
      <p:graphicFrame>
        <p:nvGraphicFramePr>
          <p:cNvPr id="22" name="Espace réservé du contenu 2">
            <a:extLst>
              <a:ext uri="{FF2B5EF4-FFF2-40B4-BE49-F238E27FC236}">
                <a16:creationId xmlns:a16="http://schemas.microsoft.com/office/drawing/2014/main" id="{8C9B7683-C2E0-0DDE-13FE-9F261EEEA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84800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6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6E4423-36BB-E5D2-0678-9A6AA007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2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Fonctionnement de l’application</a:t>
            </a:r>
            <a:br>
              <a:rPr lang="fr-FR" sz="2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fr-FR" sz="28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2923E534-CD54-6A7D-8C52-D09B413E8C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16526" y="545267"/>
            <a:ext cx="7899274" cy="5391254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9E78F7-AA3F-17B7-1A1B-8A53E73D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15</a:t>
            </a:fld>
            <a:endParaRPr lang="fr-FR" noProof="0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44224C-67FB-5F9A-D66C-8A3C0FB7091E}"/>
              </a:ext>
            </a:extLst>
          </p:cNvPr>
          <p:cNvSpPr txBox="1"/>
          <p:nvPr/>
        </p:nvSpPr>
        <p:spPr>
          <a:xfrm>
            <a:off x="6456590" y="5936521"/>
            <a:ext cx="417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Schéma structurel de la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6285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3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631D10-D48E-0D4A-0408-7C095E09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Interface Utilisateur</a:t>
            </a:r>
            <a:br>
              <a:rPr lang="fr-FR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fr-FR" sz="26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F53BBDC4-90F9-0C21-4083-1279BA812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29" y="1113397"/>
            <a:ext cx="8623621" cy="459207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2D1935-C807-ADE5-A0A0-1514733B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16</a:t>
            </a:fld>
            <a:endParaRPr lang="fr-FR" noProof="0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6C1C4F-E140-3651-B163-1CADCA9DAC08}"/>
              </a:ext>
            </a:extLst>
          </p:cNvPr>
          <p:cNvSpPr txBox="1"/>
          <p:nvPr/>
        </p:nvSpPr>
        <p:spPr>
          <a:xfrm>
            <a:off x="6981825" y="5751985"/>
            <a:ext cx="238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Page d’accueil du site</a:t>
            </a:r>
          </a:p>
        </p:txBody>
      </p:sp>
    </p:spTree>
    <p:extLst>
      <p:ext uri="{BB962C8B-B14F-4D97-AF65-F5344CB8AC3E}">
        <p14:creationId xmlns:p14="http://schemas.microsoft.com/office/powerpoint/2010/main" val="345820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591741-1CC8-67C2-0C72-9868DEED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4000" kern="1200" noProof="0">
                <a:latin typeface="+mj-lt"/>
                <a:ea typeface="+mj-ea"/>
                <a:cs typeface="+mj-cs"/>
              </a:rPr>
              <a:t>Difficultés rencontrées / Correctifs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9C5CBBB-F433-F5E0-F6EA-D66360890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000" noProof="0"/>
              <a:t>Documentation incomplete / peu détaillée </a:t>
            </a:r>
          </a:p>
          <a:p>
            <a:r>
              <a:rPr lang="fr-FR" sz="2000" noProof="0"/>
              <a:t>Git push défectueux </a:t>
            </a:r>
          </a:p>
          <a:p>
            <a:r>
              <a:rPr lang="fr-FR" sz="2000" noProof="0"/>
              <a:t>Liens Highcharts invalides</a:t>
            </a:r>
          </a:p>
          <a:p>
            <a:r>
              <a:rPr lang="fr-FR" sz="2000" noProof="0"/>
              <a:t>Gunicorn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A0A75F2-2D76-773C-D87C-A0E1A7D35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>
            <a:normAutofit/>
          </a:bodyPr>
          <a:lstStyle/>
          <a:p>
            <a:endParaRPr lang="fr-FR" sz="200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EB445C1-D1FB-C7ED-783B-50607A45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17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375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AB394-44AF-8C67-E69C-DDE409AF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18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1026" name="Picture 2" descr="Comment réparer une erreur 502 Bad Gateway (13 solutions)">
            <a:extLst>
              <a:ext uri="{FF2B5EF4-FFF2-40B4-BE49-F238E27FC236}">
                <a16:creationId xmlns:a16="http://schemas.microsoft.com/office/drawing/2014/main" id="{C67FF7E8-A3C3-0416-7D48-92613E7B6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4" y="3566556"/>
            <a:ext cx="5070015" cy="329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Espace réservé du contenu 4">
            <a:extLst>
              <a:ext uri="{FF2B5EF4-FFF2-40B4-BE49-F238E27FC236}">
                <a16:creationId xmlns:a16="http://schemas.microsoft.com/office/drawing/2014/main" id="{8DA2560E-932D-CD56-3DC6-B890CD97F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054"/>
            <a:ext cx="12070481" cy="316850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1C38E9B-8747-DC0A-4036-A2886F0176EE}"/>
              </a:ext>
            </a:extLst>
          </p:cNvPr>
          <p:cNvSpPr txBox="1"/>
          <p:nvPr/>
        </p:nvSpPr>
        <p:spPr>
          <a:xfrm>
            <a:off x="121519" y="28722"/>
            <a:ext cx="144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Correctif n°1</a:t>
            </a:r>
          </a:p>
        </p:txBody>
      </p:sp>
    </p:spTree>
    <p:extLst>
      <p:ext uri="{BB962C8B-B14F-4D97-AF65-F5344CB8AC3E}">
        <p14:creationId xmlns:p14="http://schemas.microsoft.com/office/powerpoint/2010/main" val="408361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64C620-D95C-F360-7D2E-F125A98A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19</a:t>
            </a:fld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3" name="Image 2" descr="Comment gérer plusieurs sites avec un hébergement OVH ? - Web ex Machina">
            <a:extLst>
              <a:ext uri="{FF2B5EF4-FFF2-40B4-BE49-F238E27FC236}">
                <a16:creationId xmlns:a16="http://schemas.microsoft.com/office/drawing/2014/main" id="{1CB8C217-51E9-B70D-2184-4E00566A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5" y="307975"/>
            <a:ext cx="1180413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79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FE0FF98-0BD3-E556-6CA9-5052D7E7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7" y="379689"/>
            <a:ext cx="12017565" cy="261381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66803BC-1366-9883-BB99-A850170A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20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1C55CC-2176-2ED0-F331-8AAAA250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2531"/>
            <a:ext cx="12020769" cy="261381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F271B4D-307E-0CA0-7DB6-D0225F74B1BA}"/>
              </a:ext>
            </a:extLst>
          </p:cNvPr>
          <p:cNvSpPr txBox="1"/>
          <p:nvPr/>
        </p:nvSpPr>
        <p:spPr>
          <a:xfrm>
            <a:off x="4587403" y="2993508"/>
            <a:ext cx="2429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Liens CDN </a:t>
            </a:r>
            <a:r>
              <a:rPr lang="fr-FR" noProof="0" dirty="0" err="1"/>
              <a:t>Highcharts</a:t>
            </a:r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830A7F-68FC-68A8-2209-7E77C52B83F5}"/>
              </a:ext>
            </a:extLst>
          </p:cNvPr>
          <p:cNvSpPr txBox="1"/>
          <p:nvPr/>
        </p:nvSpPr>
        <p:spPr>
          <a:xfrm>
            <a:off x="4299953" y="6306105"/>
            <a:ext cx="271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Liens statique </a:t>
            </a:r>
            <a:r>
              <a:rPr lang="fr-FR" noProof="0" dirty="0" err="1"/>
              <a:t>Highcharts</a:t>
            </a:r>
            <a:endParaRPr lang="fr-FR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1E77FE-8195-671C-5F47-BD66B329D89E}"/>
              </a:ext>
            </a:extLst>
          </p:cNvPr>
          <p:cNvSpPr txBox="1"/>
          <p:nvPr/>
        </p:nvSpPr>
        <p:spPr>
          <a:xfrm>
            <a:off x="121519" y="28722"/>
            <a:ext cx="144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Correctif n°2</a:t>
            </a:r>
          </a:p>
        </p:txBody>
      </p:sp>
    </p:spTree>
    <p:extLst>
      <p:ext uri="{BB962C8B-B14F-4D97-AF65-F5344CB8AC3E}">
        <p14:creationId xmlns:p14="http://schemas.microsoft.com/office/powerpoint/2010/main" val="332772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A8BC4B7-B24F-2037-1C8F-6136C5DA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21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AC14CF-C0D6-7B0F-E754-02BED839F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64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BCAFC0-1893-581E-4E53-3C229033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175" y="6492875"/>
            <a:ext cx="2743200" cy="365125"/>
          </a:xfrm>
        </p:spPr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22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5C82EA-D929-7852-6619-3848BCE6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2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38E29-F28F-1524-5ADB-7EAA865764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9545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43940-238B-7BC6-8A9D-2535648D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Travaux Réalisés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01441E-1EFB-93F5-5F42-4AB26EB3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23</a:t>
            </a:fld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EB23B542-85F7-1348-8237-9D32068DA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4865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03740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BF5B21-95E0-7457-0931-2305A14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27271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Données de la batterie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BEBBEDF-D29F-5E87-45FC-EC2F3ED22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64" y="1966293"/>
            <a:ext cx="10475671" cy="445216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3705E0-E637-E19B-F591-D399377B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sz="1100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24</a:t>
            </a:fld>
            <a:endParaRPr lang="fr-FR" sz="11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813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567DC-0CF8-7E1C-954C-02FC77E6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83" y="319088"/>
            <a:ext cx="5933814" cy="757702"/>
          </a:xfrm>
        </p:spPr>
        <p:txBody>
          <a:bodyPr anchor="b">
            <a:normAutofit/>
          </a:bodyPr>
          <a:lstStyle/>
          <a:p>
            <a:r>
              <a:rPr lang="fr-FR" sz="2400" noProof="0" dirty="0"/>
              <a:t>Travail réaliser n°1 : Ajouter les données sur le site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DFBB9C-332E-3D4F-6597-230A7EC0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341620" cy="2273383"/>
          </a:xfrm>
        </p:spPr>
        <p:txBody>
          <a:bodyPr>
            <a:normAutofit/>
          </a:bodyPr>
          <a:lstStyle/>
          <a:p>
            <a:r>
              <a:rPr lang="fr-FR" sz="2200" noProof="0" dirty="0"/>
              <a:t>Models.py </a:t>
            </a:r>
          </a:p>
          <a:p>
            <a:r>
              <a:rPr lang="fr-FR" sz="2200" noProof="0" dirty="0"/>
              <a:t>View.py</a:t>
            </a:r>
          </a:p>
          <a:p>
            <a:r>
              <a:rPr lang="fr-FR" sz="2200" noProof="0" dirty="0"/>
              <a:t>Urls.py</a:t>
            </a:r>
          </a:p>
          <a:p>
            <a:r>
              <a:rPr lang="fr-FR" sz="2200" noProof="0" dirty="0"/>
              <a:t>Fichier HTML</a:t>
            </a:r>
          </a:p>
          <a:p>
            <a:r>
              <a:rPr lang="fr-FR" sz="2200" noProof="0" dirty="0"/>
              <a:t>Fichier JavaScript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F25FF4-5D73-7138-4C4B-EB8D81D7C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036" y="0"/>
            <a:ext cx="4999585" cy="38591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88D8F9-E0E7-5A74-A3D4-19F87A6B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" y="5159946"/>
            <a:ext cx="7768836" cy="137896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2000B7-D23D-D6B5-498B-59963B0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25</a:t>
            </a:fld>
            <a:endParaRPr lang="fr-FR" noProof="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9329E8-80CC-5C4C-005E-FAB5C5608D20}"/>
              </a:ext>
            </a:extLst>
          </p:cNvPr>
          <p:cNvSpPr txBox="1"/>
          <p:nvPr/>
        </p:nvSpPr>
        <p:spPr>
          <a:xfrm>
            <a:off x="9253831" y="3859149"/>
            <a:ext cx="1211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Models.py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829116-41B4-776B-14F9-2AA59FBA82F3}"/>
              </a:ext>
            </a:extLst>
          </p:cNvPr>
          <p:cNvSpPr txBox="1"/>
          <p:nvPr/>
        </p:nvSpPr>
        <p:spPr>
          <a:xfrm>
            <a:off x="3202767" y="6513790"/>
            <a:ext cx="884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Urls.py</a:t>
            </a:r>
          </a:p>
        </p:txBody>
      </p:sp>
    </p:spTree>
    <p:extLst>
      <p:ext uri="{BB962C8B-B14F-4D97-AF65-F5344CB8AC3E}">
        <p14:creationId xmlns:p14="http://schemas.microsoft.com/office/powerpoint/2010/main" val="224600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015EEE1-E410-7291-B0E3-4B8841FB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7" y="811785"/>
            <a:ext cx="10905066" cy="523443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23C92-131E-C141-84BD-EDBCD7EB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26</a:t>
            </a:fld>
            <a:endParaRPr lang="fr-FR" noProof="0" dirty="0">
              <a:solidFill>
                <a:srgbClr val="FF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43E050-B824-9267-49B9-D2CA8D2B0281}"/>
              </a:ext>
            </a:extLst>
          </p:cNvPr>
          <p:cNvSpPr txBox="1"/>
          <p:nvPr/>
        </p:nvSpPr>
        <p:spPr>
          <a:xfrm>
            <a:off x="5343525" y="6016617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Views.py</a:t>
            </a:r>
          </a:p>
        </p:txBody>
      </p:sp>
    </p:spTree>
    <p:extLst>
      <p:ext uri="{BB962C8B-B14F-4D97-AF65-F5344CB8AC3E}">
        <p14:creationId xmlns:p14="http://schemas.microsoft.com/office/powerpoint/2010/main" val="3692360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366B1C-B141-F1A9-256A-8A59CA9F6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8" b="209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311EBA-B09B-5C37-42A3-563C7239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27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04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7D66C-3E41-1B79-7280-97EBC93C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dirty="0"/>
              <a:t>Travail Réalisé n°2 : Liaison 123 Start BMS </a:t>
            </a:r>
            <a:r>
              <a:rPr lang="fr-FR" sz="2600" dirty="0">
                <a:sym typeface="Wingdings" panose="05000000000000000000" pitchFamily="2" charset="2"/>
              </a:rPr>
              <a:t> </a:t>
            </a:r>
            <a:r>
              <a:rPr lang="fr-FR" sz="2600" dirty="0" err="1">
                <a:sym typeface="Wingdings" panose="05000000000000000000" pitchFamily="2" charset="2"/>
              </a:rPr>
              <a:t>HiveMQ</a:t>
            </a:r>
            <a:r>
              <a:rPr lang="fr-FR" sz="2600" dirty="0">
                <a:sym typeface="Wingdings" panose="05000000000000000000" pitchFamily="2" charset="2"/>
              </a:rPr>
              <a:t>  Django</a:t>
            </a:r>
            <a:endParaRPr lang="fr-FR" sz="2600" noProof="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486DF9A-89BA-05FE-089C-3F14F28F4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575" y="1690688"/>
            <a:ext cx="10994225" cy="44284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C3E0E6-9AB5-1866-F854-6A976A2F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28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74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0A3E0E9-9679-1E7D-05C2-A5C3FD03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29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13CB9B-0A01-0DAD-94B0-51E6B52B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357"/>
            <a:ext cx="5753100" cy="58977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EE8B0F1-BED4-24EC-B191-3ECB17E58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569357"/>
            <a:ext cx="6424763" cy="427672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8B2BF59-FC8B-962E-01C4-09F056438133}"/>
              </a:ext>
            </a:extLst>
          </p:cNvPr>
          <p:cNvSpPr txBox="1"/>
          <p:nvPr/>
        </p:nvSpPr>
        <p:spPr>
          <a:xfrm>
            <a:off x="14137" y="219075"/>
            <a:ext cx="313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Configuration du client MQTT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072597-397C-72A8-0172-E548D5F58BC6}"/>
              </a:ext>
            </a:extLst>
          </p:cNvPr>
          <p:cNvSpPr txBox="1"/>
          <p:nvPr/>
        </p:nvSpPr>
        <p:spPr>
          <a:xfrm>
            <a:off x="5753100" y="219075"/>
            <a:ext cx="387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Configuration du démarrage de MQTT</a:t>
            </a:r>
          </a:p>
        </p:txBody>
      </p:sp>
    </p:spTree>
    <p:extLst>
      <p:ext uri="{BB962C8B-B14F-4D97-AF65-F5344CB8AC3E}">
        <p14:creationId xmlns:p14="http://schemas.microsoft.com/office/powerpoint/2010/main" val="1053429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EED8BD-4E66-CCFB-3712-FDD8FCD5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30</a:t>
            </a:fld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EF8EF5-15E7-27E1-7DDB-847644ECC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37" y="67567"/>
            <a:ext cx="5773112" cy="16152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84E15FA-CBB3-76DD-9E24-5EFCFB73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37" y="1778323"/>
            <a:ext cx="5737375" cy="61734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21BFFC1-83A8-327C-5526-C979A0DB2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850" y="4851976"/>
            <a:ext cx="5745762" cy="200602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F31CAF6-43E8-60C3-A8BC-495D7308B52C}"/>
              </a:ext>
            </a:extLst>
          </p:cNvPr>
          <p:cNvSpPr txBox="1"/>
          <p:nvPr/>
        </p:nvSpPr>
        <p:spPr>
          <a:xfrm>
            <a:off x="648662" y="961399"/>
            <a:ext cx="2667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Configuration settings.py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B9887A-43DB-B9FF-A58D-118DED5A21E8}"/>
              </a:ext>
            </a:extLst>
          </p:cNvPr>
          <p:cNvSpPr txBox="1"/>
          <p:nvPr/>
        </p:nvSpPr>
        <p:spPr>
          <a:xfrm>
            <a:off x="548614" y="1968796"/>
            <a:ext cx="3243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Démarrage de MQTT dans l’</a:t>
            </a:r>
            <a:r>
              <a:rPr lang="fr-FR" dirty="0" err="1"/>
              <a:t>env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F8E6E3D-AB31-1C0E-15DC-46ADC8BB9790}"/>
              </a:ext>
            </a:extLst>
          </p:cNvPr>
          <p:cNvSpPr txBox="1"/>
          <p:nvPr/>
        </p:nvSpPr>
        <p:spPr>
          <a:xfrm>
            <a:off x="548614" y="5305130"/>
            <a:ext cx="33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Démarrage de </a:t>
            </a:r>
            <a:r>
              <a:rPr lang="fr-FR" dirty="0" err="1"/>
              <a:t>Celery</a:t>
            </a:r>
            <a:r>
              <a:rPr lang="fr-FR" dirty="0"/>
              <a:t> dans l’</a:t>
            </a:r>
            <a:r>
              <a:rPr lang="fr-FR" dirty="0" err="1"/>
              <a:t>env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31648A-FC38-5785-BE17-F3DA7913B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850" y="2518659"/>
            <a:ext cx="6639852" cy="227679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083EC31-8992-875E-1F6A-2855548F152B}"/>
              </a:ext>
            </a:extLst>
          </p:cNvPr>
          <p:cNvSpPr txBox="1"/>
          <p:nvPr/>
        </p:nvSpPr>
        <p:spPr>
          <a:xfrm>
            <a:off x="630495" y="3429000"/>
            <a:ext cx="19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Démarrage Redis</a:t>
            </a:r>
          </a:p>
        </p:txBody>
      </p:sp>
    </p:spTree>
    <p:extLst>
      <p:ext uri="{BB962C8B-B14F-4D97-AF65-F5344CB8AC3E}">
        <p14:creationId xmlns:p14="http://schemas.microsoft.com/office/powerpoint/2010/main" val="3941731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C50040-8A8C-A43F-19C1-4C0FCE47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Données récupérées sur Django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69B2AE0-6E82-114C-1A7E-37825E74E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690688"/>
            <a:ext cx="11829522" cy="364331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8B9718-A0D3-3DD2-7309-E961DFD3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31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163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92B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9AD45E-145B-22F5-EA06-F9795140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Données Batterie sur le site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D2C30E5-690D-A402-56B3-B1DD81E2E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9510" y="342900"/>
            <a:ext cx="8702491" cy="554783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A52907-E1C1-33C3-6C7D-919E30C6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32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176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555B14-71A5-313E-B7FA-D18B3C5E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r-FR" sz="5600" noProof="0" dirty="0">
                <a:solidFill>
                  <a:srgbClr val="FFFFFF"/>
                </a:solidFill>
              </a:rPr>
              <a:t>Sécurisation du serveur Django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/>
            </a:p>
          </p:txBody>
        </p:sp>
        <p:sp>
          <p:nvSpPr>
            <p:cNvPr id="2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/>
            </a:p>
          </p:txBody>
        </p:sp>
        <p:sp>
          <p:nvSpPr>
            <p:cNvPr id="3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FAE292-5F6E-DB50-2AB5-96BC5B2FD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700" b="1" noProof="0" dirty="0">
                <a:solidFill>
                  <a:schemeClr val="tx1">
                    <a:alpha val="80000"/>
                  </a:schemeClr>
                </a:solidFill>
              </a:rPr>
              <a:t>OVH</a:t>
            </a: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Serveur hébergé chez OVH</a:t>
            </a:r>
          </a:p>
          <a:p>
            <a:pPr marL="0" indent="0">
              <a:buNone/>
            </a:pPr>
            <a:r>
              <a:rPr lang="fr-FR" sz="1700" b="1" noProof="0" dirty="0" err="1">
                <a:solidFill>
                  <a:schemeClr val="tx1">
                    <a:alpha val="80000"/>
                  </a:schemeClr>
                </a:solidFill>
              </a:rPr>
              <a:t>iptables</a:t>
            </a:r>
            <a:r>
              <a:rPr lang="fr-FR" sz="1700" b="1" noProof="0" dirty="0">
                <a:solidFill>
                  <a:schemeClr val="tx1">
                    <a:alpha val="80000"/>
                  </a:schemeClr>
                </a:solidFill>
              </a:rPr>
              <a:t> / UFW</a:t>
            </a:r>
            <a:endParaRPr lang="fr-FR" sz="1700" noProof="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Filtrage des connexions réseau. </a:t>
            </a: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Autorisation uniquement des services nécessaires. </a:t>
            </a: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Blocage des ports inutilisés. </a:t>
            </a:r>
          </a:p>
          <a:p>
            <a:pPr marL="0" indent="0">
              <a:buNone/>
            </a:pPr>
            <a:r>
              <a:rPr lang="fr-FR" sz="1700" b="1" noProof="0" dirty="0">
                <a:solidFill>
                  <a:schemeClr val="tx1">
                    <a:alpha val="80000"/>
                  </a:schemeClr>
                </a:solidFill>
              </a:rPr>
              <a:t>Fail2ban</a:t>
            </a:r>
            <a:endParaRPr lang="fr-FR" sz="1700" noProof="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Surveillance des tentatives de connexion. </a:t>
            </a: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Détection des échecs répétés d'authentification. </a:t>
            </a:r>
          </a:p>
          <a:p>
            <a:r>
              <a:rPr lang="fr-FR" sz="1700" noProof="0" dirty="0">
                <a:solidFill>
                  <a:schemeClr val="tx1">
                    <a:alpha val="80000"/>
                  </a:schemeClr>
                </a:solidFill>
              </a:rPr>
              <a:t>Bannissement automatique des adresses IP suspectes. </a:t>
            </a:r>
          </a:p>
          <a:p>
            <a:pPr marL="0" indent="0">
              <a:buNone/>
            </a:pPr>
            <a:endParaRPr lang="fr-FR" sz="1700" noProof="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80936C-7E3D-4980-1618-2660A115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>
                <a:solidFill>
                  <a:srgbClr val="FF0000">
                    <a:alpha val="60000"/>
                  </a:srgbClr>
                </a:solidFill>
              </a:rPr>
              <a:pPr>
                <a:spcAft>
                  <a:spcPts val="600"/>
                </a:spcAft>
              </a:pPr>
              <a:t>33</a:t>
            </a:fld>
            <a:endParaRPr lang="fr-FR" noProof="0" dirty="0">
              <a:solidFill>
                <a:srgbClr val="FF0000">
                  <a:alpha val="60000"/>
                </a:srgbClr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150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8F2F50-DEE6-0929-2753-1880F64C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Backup Réaliser</a:t>
            </a: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1B9B0014-0550-76C3-DA7D-4A67969B44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6B809C-72C1-47D4-5A3A-835C4DB2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smtClean="0">
                <a:solidFill>
                  <a:srgbClr val="FF0000"/>
                </a:solidFill>
              </a:rPr>
              <a:t>34</a:t>
            </a:fld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68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Freeform: Shape 1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BCA052BE-FCCF-E180-E2A8-F52181A2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PV de Recette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ADF067-39A5-6ABB-AF95-96F3905A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pPr>
                <a:spcAft>
                  <a:spcPts val="600"/>
                </a:spcAft>
              </a:pPr>
              <a:t>35</a:t>
            </a:fld>
            <a:endParaRPr lang="fr-FR" noProof="0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0CC33FA-0DA1-CDE3-4273-14E7F70E3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8" y="2083506"/>
            <a:ext cx="11183984" cy="285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42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7E4CAD-C5F7-49BE-EFF6-94150EEC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noProof="0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880FCE9-7ED6-71D1-AE0D-3EEF3A3AD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1893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E4E67F6-8699-B670-CBF9-B6A1E5A0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35036-AD9C-4834-9CB6-2BC77A23E8DD}" type="slidenum">
              <a:rPr lang="fr-FR" noProof="0" smtClean="0">
                <a:solidFill>
                  <a:srgbClr val="FF0000"/>
                </a:solidFill>
              </a:rPr>
              <a:t>36</a:t>
            </a:fld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7813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3460</TotalTime>
  <Words>427</Words>
  <Application>Microsoft Office PowerPoint</Application>
  <PresentationFormat>Grand écran</PresentationFormat>
  <Paragraphs>149</Paragraphs>
  <Slides>36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Thème Office</vt:lpstr>
      <vt:lpstr>Présentation Projet SMACP</vt:lpstr>
      <vt:lpstr>Sommaire </vt:lpstr>
      <vt:lpstr>Contexte / Problématique</vt:lpstr>
      <vt:lpstr>Répartition des tâches</vt:lpstr>
      <vt:lpstr>Objectif du projet</vt:lpstr>
      <vt:lpstr>Diagramme d’exigence</vt:lpstr>
      <vt:lpstr>Synoptique projet</vt:lpstr>
      <vt:lpstr>Diagramme de Cas d’utilisation (personnel)</vt:lpstr>
      <vt:lpstr>Diagramme de Gantt prévisionnel</vt:lpstr>
      <vt:lpstr>Diagramme de Gantt</vt:lpstr>
      <vt:lpstr>GitHub</vt:lpstr>
      <vt:lpstr>Objectifs du Projet (partie personnel)</vt:lpstr>
      <vt:lpstr>Technologies utilisées</vt:lpstr>
      <vt:lpstr>Pourquoi Django ?</vt:lpstr>
      <vt:lpstr>Fonctionnement de l’application </vt:lpstr>
      <vt:lpstr>Interface Utilisateur </vt:lpstr>
      <vt:lpstr>Difficultés rencontrées / Correctifs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Travaux Réalisés</vt:lpstr>
      <vt:lpstr>Données de la batterie</vt:lpstr>
      <vt:lpstr>Travail réaliser n°1 : Ajouter les données sur le site</vt:lpstr>
      <vt:lpstr>Présentation PowerPoint</vt:lpstr>
      <vt:lpstr>Présentation PowerPoint</vt:lpstr>
      <vt:lpstr>Travail Réalisé n°2 : Liaison 123 Start BMS  HiveMQ  Django</vt:lpstr>
      <vt:lpstr>Présentation PowerPoint</vt:lpstr>
      <vt:lpstr>Présentation PowerPoint</vt:lpstr>
      <vt:lpstr>Données récupérées sur Django</vt:lpstr>
      <vt:lpstr>Données Batterie sur le site</vt:lpstr>
      <vt:lpstr>Sécurisation du serveur Django</vt:lpstr>
      <vt:lpstr>Backup Réaliser</vt:lpstr>
      <vt:lpstr>PV de Recette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Eliott Molard</dc:creator>
  <cp:lastModifiedBy>Eliott Molard</cp:lastModifiedBy>
  <cp:revision>73</cp:revision>
  <dcterms:created xsi:type="dcterms:W3CDTF">2025-12-08T11:25:13Z</dcterms:created>
  <dcterms:modified xsi:type="dcterms:W3CDTF">2026-06-17T07:07:15Z</dcterms:modified>
</cp:coreProperties>
</file>