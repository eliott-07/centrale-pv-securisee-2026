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9" r:id="rId4"/>
    <p:sldId id="258" r:id="rId5"/>
    <p:sldId id="266" r:id="rId6"/>
    <p:sldId id="259" r:id="rId7"/>
    <p:sldId id="260" r:id="rId8"/>
    <p:sldId id="261" r:id="rId9"/>
    <p:sldId id="267" r:id="rId10"/>
    <p:sldId id="270" r:id="rId1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771" autoAdjust="0"/>
  </p:normalViewPr>
  <p:slideViewPr>
    <p:cSldViewPr snapToGrid="0">
      <p:cViewPr varScale="1">
        <p:scale>
          <a:sx n="100" d="100"/>
          <a:sy n="100" d="100"/>
        </p:scale>
        <p:origin x="9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svg"/><Relationship Id="rId1" Type="http://schemas.openxmlformats.org/officeDocument/2006/relationships/image" Target="../media/image19.svg"/><Relationship Id="rId4" Type="http://schemas.openxmlformats.org/officeDocument/2006/relationships/image" Target="../media/image22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svg"/><Relationship Id="rId1" Type="http://schemas.openxmlformats.org/officeDocument/2006/relationships/image" Target="../media/image19.svg"/><Relationship Id="rId4" Type="http://schemas.openxmlformats.org/officeDocument/2006/relationships/image" Target="../media/image2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0EFD3C6-EA85-443B-8731-A647F751DA7B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6170B6CF-2507-4D8C-BD69-8C5AE210D331}">
      <dgm:prSet/>
      <dgm:spPr/>
      <dgm:t>
        <a:bodyPr/>
        <a:lstStyle/>
        <a:p>
          <a:pPr>
            <a:defRPr cap="all"/>
          </a:pPr>
          <a:r>
            <a:rPr lang="fr-FR" dirty="0"/>
            <a:t>Contexte / Problématique</a:t>
          </a:r>
          <a:endParaRPr lang="en-US" dirty="0"/>
        </a:p>
      </dgm:t>
    </dgm:pt>
    <dgm:pt modelId="{6BBE5D05-C9CD-4344-87A5-C9F776D7E077}" type="parTrans" cxnId="{72380E0A-DA8F-4382-96AF-68EC6F17FD0A}">
      <dgm:prSet/>
      <dgm:spPr/>
      <dgm:t>
        <a:bodyPr/>
        <a:lstStyle/>
        <a:p>
          <a:endParaRPr lang="en-US"/>
        </a:p>
      </dgm:t>
    </dgm:pt>
    <dgm:pt modelId="{2DF894FD-0EB7-49F0-AF62-28F44C19E44B}" type="sibTrans" cxnId="{72380E0A-DA8F-4382-96AF-68EC6F17FD0A}">
      <dgm:prSet/>
      <dgm:spPr/>
      <dgm:t>
        <a:bodyPr/>
        <a:lstStyle/>
        <a:p>
          <a:endParaRPr lang="en-US"/>
        </a:p>
      </dgm:t>
    </dgm:pt>
    <dgm:pt modelId="{A8E5E73E-AE68-4D2D-9571-DA5A90EC93A0}">
      <dgm:prSet/>
      <dgm:spPr/>
      <dgm:t>
        <a:bodyPr/>
        <a:lstStyle/>
        <a:p>
          <a:pPr>
            <a:defRPr cap="all"/>
          </a:pPr>
          <a:r>
            <a:rPr lang="fr-FR"/>
            <a:t>Objectifs du projet</a:t>
          </a:r>
          <a:endParaRPr lang="en-US"/>
        </a:p>
      </dgm:t>
    </dgm:pt>
    <dgm:pt modelId="{4F2F3A0B-61D8-4E15-8EBF-786638FD8AC9}" type="parTrans" cxnId="{8BFD5ABD-DFC0-4515-87B1-93996B228C38}">
      <dgm:prSet/>
      <dgm:spPr/>
      <dgm:t>
        <a:bodyPr/>
        <a:lstStyle/>
        <a:p>
          <a:endParaRPr lang="en-US"/>
        </a:p>
      </dgm:t>
    </dgm:pt>
    <dgm:pt modelId="{1869DA73-9346-4975-852A-682A154A2E08}" type="sibTrans" cxnId="{8BFD5ABD-DFC0-4515-87B1-93996B228C38}">
      <dgm:prSet/>
      <dgm:spPr/>
      <dgm:t>
        <a:bodyPr/>
        <a:lstStyle/>
        <a:p>
          <a:endParaRPr lang="en-US"/>
        </a:p>
      </dgm:t>
    </dgm:pt>
    <dgm:pt modelId="{1F0FB1C7-B83C-4879-87F9-7FF0EDFDB332}">
      <dgm:prSet/>
      <dgm:spPr/>
      <dgm:t>
        <a:bodyPr/>
        <a:lstStyle/>
        <a:p>
          <a:pPr>
            <a:defRPr cap="all"/>
          </a:pPr>
          <a:r>
            <a:rPr lang="fr-FR"/>
            <a:t>Architecture générale </a:t>
          </a:r>
          <a:endParaRPr lang="en-US"/>
        </a:p>
      </dgm:t>
    </dgm:pt>
    <dgm:pt modelId="{7423638B-9F77-4032-8690-BA76D647F501}" type="parTrans" cxnId="{E2A556D0-865B-4D1E-B15E-133DA0E77AA4}">
      <dgm:prSet/>
      <dgm:spPr/>
      <dgm:t>
        <a:bodyPr/>
        <a:lstStyle/>
        <a:p>
          <a:endParaRPr lang="en-US"/>
        </a:p>
      </dgm:t>
    </dgm:pt>
    <dgm:pt modelId="{6264F790-19C7-402A-A4BA-6C60691DFE64}" type="sibTrans" cxnId="{E2A556D0-865B-4D1E-B15E-133DA0E77AA4}">
      <dgm:prSet/>
      <dgm:spPr/>
      <dgm:t>
        <a:bodyPr/>
        <a:lstStyle/>
        <a:p>
          <a:endParaRPr lang="en-US"/>
        </a:p>
      </dgm:t>
    </dgm:pt>
    <dgm:pt modelId="{5E92396C-45AA-4A04-95A9-D45438B0B74F}">
      <dgm:prSet/>
      <dgm:spPr/>
      <dgm:t>
        <a:bodyPr/>
        <a:lstStyle/>
        <a:p>
          <a:pPr>
            <a:defRPr cap="all"/>
          </a:pPr>
          <a:r>
            <a:rPr lang="fr-FR"/>
            <a:t>Technologie Utilisées</a:t>
          </a:r>
          <a:endParaRPr lang="en-US"/>
        </a:p>
      </dgm:t>
    </dgm:pt>
    <dgm:pt modelId="{1BD3178C-9432-45EC-B5FC-6432DA909A24}" type="parTrans" cxnId="{C204C549-AB62-49B7-891A-2C503D5BFD02}">
      <dgm:prSet/>
      <dgm:spPr/>
      <dgm:t>
        <a:bodyPr/>
        <a:lstStyle/>
        <a:p>
          <a:endParaRPr lang="en-US"/>
        </a:p>
      </dgm:t>
    </dgm:pt>
    <dgm:pt modelId="{B93A2F9D-E60E-4946-9CB8-CB9489C00860}" type="sibTrans" cxnId="{C204C549-AB62-49B7-891A-2C503D5BFD02}">
      <dgm:prSet/>
      <dgm:spPr/>
      <dgm:t>
        <a:bodyPr/>
        <a:lstStyle/>
        <a:p>
          <a:endParaRPr lang="en-US"/>
        </a:p>
      </dgm:t>
    </dgm:pt>
    <dgm:pt modelId="{B9BDF01D-A234-4882-8FF6-4049A4BDC093}">
      <dgm:prSet/>
      <dgm:spPr/>
      <dgm:t>
        <a:bodyPr/>
        <a:lstStyle/>
        <a:p>
          <a:pPr>
            <a:defRPr cap="all"/>
          </a:pPr>
          <a:r>
            <a:rPr lang="fr-FR"/>
            <a:t>Fonctionnement de l’application</a:t>
          </a:r>
          <a:endParaRPr lang="en-US"/>
        </a:p>
      </dgm:t>
    </dgm:pt>
    <dgm:pt modelId="{2BFA871E-1BFA-4AA9-B357-D2AE7BD45E75}" type="parTrans" cxnId="{25E58E0A-062E-41D9-87EC-3913CAFD6F41}">
      <dgm:prSet/>
      <dgm:spPr/>
      <dgm:t>
        <a:bodyPr/>
        <a:lstStyle/>
        <a:p>
          <a:endParaRPr lang="en-US"/>
        </a:p>
      </dgm:t>
    </dgm:pt>
    <dgm:pt modelId="{42A40B45-0D3F-435A-A444-0D54DE9BA1DD}" type="sibTrans" cxnId="{25E58E0A-062E-41D9-87EC-3913CAFD6F41}">
      <dgm:prSet/>
      <dgm:spPr/>
      <dgm:t>
        <a:bodyPr/>
        <a:lstStyle/>
        <a:p>
          <a:endParaRPr lang="en-US"/>
        </a:p>
      </dgm:t>
    </dgm:pt>
    <dgm:pt modelId="{573C3B0F-D5B6-4B24-8755-FA75415998B4}">
      <dgm:prSet/>
      <dgm:spPr/>
      <dgm:t>
        <a:bodyPr/>
        <a:lstStyle/>
        <a:p>
          <a:pPr>
            <a:defRPr cap="all"/>
          </a:pPr>
          <a:r>
            <a:rPr lang="fr-FR"/>
            <a:t>Interface utilisateur</a:t>
          </a:r>
          <a:endParaRPr lang="en-US"/>
        </a:p>
      </dgm:t>
    </dgm:pt>
    <dgm:pt modelId="{DE561725-4D2A-49DA-B542-2DC5D5E52E93}" type="parTrans" cxnId="{44F9C224-4E62-46BC-BDF7-1F46D4573B13}">
      <dgm:prSet/>
      <dgm:spPr/>
      <dgm:t>
        <a:bodyPr/>
        <a:lstStyle/>
        <a:p>
          <a:endParaRPr lang="en-US"/>
        </a:p>
      </dgm:t>
    </dgm:pt>
    <dgm:pt modelId="{9EE8A684-FCCE-4B41-BC73-F40092B1C722}" type="sibTrans" cxnId="{44F9C224-4E62-46BC-BDF7-1F46D4573B13}">
      <dgm:prSet/>
      <dgm:spPr/>
      <dgm:t>
        <a:bodyPr/>
        <a:lstStyle/>
        <a:p>
          <a:endParaRPr lang="en-US"/>
        </a:p>
      </dgm:t>
    </dgm:pt>
    <dgm:pt modelId="{3F8AEDC4-6966-4968-ADC5-56AE94D77F35}">
      <dgm:prSet/>
      <dgm:spPr/>
      <dgm:t>
        <a:bodyPr/>
        <a:lstStyle/>
        <a:p>
          <a:pPr>
            <a:defRPr cap="all"/>
          </a:pPr>
          <a:r>
            <a:rPr lang="fr-FR"/>
            <a:t>Difficultés rencontrées</a:t>
          </a:r>
          <a:endParaRPr lang="en-US"/>
        </a:p>
      </dgm:t>
    </dgm:pt>
    <dgm:pt modelId="{C30370BE-2299-465A-B486-6DD1730491D5}" type="parTrans" cxnId="{F5B9146B-5853-4A1B-87B7-51179A6D03D2}">
      <dgm:prSet/>
      <dgm:spPr/>
      <dgm:t>
        <a:bodyPr/>
        <a:lstStyle/>
        <a:p>
          <a:endParaRPr lang="en-US"/>
        </a:p>
      </dgm:t>
    </dgm:pt>
    <dgm:pt modelId="{50E6D132-D043-4017-ABF6-E0BCD79307CF}" type="sibTrans" cxnId="{F5B9146B-5853-4A1B-87B7-51179A6D03D2}">
      <dgm:prSet/>
      <dgm:spPr/>
      <dgm:t>
        <a:bodyPr/>
        <a:lstStyle/>
        <a:p>
          <a:endParaRPr lang="en-US"/>
        </a:p>
      </dgm:t>
    </dgm:pt>
    <dgm:pt modelId="{77C0AFB4-F031-4F6A-B5BC-3E9DB7ED462F}">
      <dgm:prSet/>
      <dgm:spPr/>
      <dgm:t>
        <a:bodyPr/>
        <a:lstStyle/>
        <a:p>
          <a:pPr>
            <a:defRPr cap="all"/>
          </a:pPr>
          <a:r>
            <a:rPr lang="fr-FR"/>
            <a:t>Conclusion </a:t>
          </a:r>
          <a:endParaRPr lang="en-US"/>
        </a:p>
      </dgm:t>
    </dgm:pt>
    <dgm:pt modelId="{7C5AC557-558E-4F41-89AA-D79D6796C44F}" type="parTrans" cxnId="{F2740F61-9089-4D86-98C4-7DF5D8A61222}">
      <dgm:prSet/>
      <dgm:spPr/>
      <dgm:t>
        <a:bodyPr/>
        <a:lstStyle/>
        <a:p>
          <a:endParaRPr lang="en-US"/>
        </a:p>
      </dgm:t>
    </dgm:pt>
    <dgm:pt modelId="{D74217D6-CB24-48DC-8914-F96521371E7E}" type="sibTrans" cxnId="{F2740F61-9089-4D86-98C4-7DF5D8A61222}">
      <dgm:prSet/>
      <dgm:spPr/>
      <dgm:t>
        <a:bodyPr/>
        <a:lstStyle/>
        <a:p>
          <a:endParaRPr lang="en-US"/>
        </a:p>
      </dgm:t>
    </dgm:pt>
    <dgm:pt modelId="{88AFF073-D1CC-4256-A746-4D3BFC646F6E}" type="pres">
      <dgm:prSet presAssocID="{80EFD3C6-EA85-443B-8731-A647F751DA7B}" presName="root" presStyleCnt="0">
        <dgm:presLayoutVars>
          <dgm:dir/>
          <dgm:resizeHandles val="exact"/>
        </dgm:presLayoutVars>
      </dgm:prSet>
      <dgm:spPr/>
    </dgm:pt>
    <dgm:pt modelId="{00090C39-ACAC-4321-AC16-E96D9064D4D7}" type="pres">
      <dgm:prSet presAssocID="{6170B6CF-2507-4D8C-BD69-8C5AE210D331}" presName="compNode" presStyleCnt="0"/>
      <dgm:spPr/>
    </dgm:pt>
    <dgm:pt modelId="{B7FE9262-7538-4256-B016-A6CD33BD9D29}" type="pres">
      <dgm:prSet presAssocID="{6170B6CF-2507-4D8C-BD69-8C5AE210D331}" presName="iconBgRect" presStyleLbl="bgShp" presStyleIdx="0" presStyleCnt="8"/>
      <dgm:spPr>
        <a:prstGeom prst="round2DiagRect">
          <a:avLst>
            <a:gd name="adj1" fmla="val 29727"/>
            <a:gd name="adj2" fmla="val 0"/>
          </a:avLst>
        </a:prstGeom>
      </dgm:spPr>
    </dgm:pt>
    <dgm:pt modelId="{A5C9C953-D134-41BC-9610-C1E15AAC06BB}" type="pres">
      <dgm:prSet presAssocID="{6170B6CF-2507-4D8C-BD69-8C5AE210D331}" presName="iconRect" presStyleLbl="node1" presStyleIdx="0" presStyleCnt="8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4B51A706-F314-44E4-AC40-B10EA0509DAC}" type="pres">
      <dgm:prSet presAssocID="{6170B6CF-2507-4D8C-BD69-8C5AE210D331}" presName="spaceRect" presStyleCnt="0"/>
      <dgm:spPr/>
    </dgm:pt>
    <dgm:pt modelId="{97CB5E14-4F74-4AC3-BF5C-5036A1428F1B}" type="pres">
      <dgm:prSet presAssocID="{6170B6CF-2507-4D8C-BD69-8C5AE210D331}" presName="textRect" presStyleLbl="revTx" presStyleIdx="0" presStyleCnt="8">
        <dgm:presLayoutVars>
          <dgm:chMax val="1"/>
          <dgm:chPref val="1"/>
        </dgm:presLayoutVars>
      </dgm:prSet>
      <dgm:spPr/>
    </dgm:pt>
    <dgm:pt modelId="{83DDEAA4-8CC5-4453-AD60-6AD8F359610A}" type="pres">
      <dgm:prSet presAssocID="{2DF894FD-0EB7-49F0-AF62-28F44C19E44B}" presName="sibTrans" presStyleCnt="0"/>
      <dgm:spPr/>
    </dgm:pt>
    <dgm:pt modelId="{8532F4E2-D499-43C2-9FEA-1DCD88571635}" type="pres">
      <dgm:prSet presAssocID="{A8E5E73E-AE68-4D2D-9571-DA5A90EC93A0}" presName="compNode" presStyleCnt="0"/>
      <dgm:spPr/>
    </dgm:pt>
    <dgm:pt modelId="{EB9F2A92-F5AD-4FCB-BDD2-5B444A42F3B9}" type="pres">
      <dgm:prSet presAssocID="{A8E5E73E-AE68-4D2D-9571-DA5A90EC93A0}" presName="iconBgRect" presStyleLbl="bgShp" presStyleIdx="1" presStyleCnt="8"/>
      <dgm:spPr>
        <a:prstGeom prst="round2DiagRect">
          <a:avLst>
            <a:gd name="adj1" fmla="val 29727"/>
            <a:gd name="adj2" fmla="val 0"/>
          </a:avLst>
        </a:prstGeom>
      </dgm:spPr>
    </dgm:pt>
    <dgm:pt modelId="{F645B3C8-A5BD-4F67-8DC4-A9E855A2AF9C}" type="pres">
      <dgm:prSet presAssocID="{A8E5E73E-AE68-4D2D-9571-DA5A90EC93A0}" presName="iconRect" presStyleLbl="node1" presStyleIdx="1" presStyleCnt="8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ille"/>
        </a:ext>
      </dgm:extLst>
    </dgm:pt>
    <dgm:pt modelId="{7C3B01A9-4764-42EA-8BC0-4F0178461BBC}" type="pres">
      <dgm:prSet presAssocID="{A8E5E73E-AE68-4D2D-9571-DA5A90EC93A0}" presName="spaceRect" presStyleCnt="0"/>
      <dgm:spPr/>
    </dgm:pt>
    <dgm:pt modelId="{2A460508-255B-4CA5-B7B8-9F8E9F87342D}" type="pres">
      <dgm:prSet presAssocID="{A8E5E73E-AE68-4D2D-9571-DA5A90EC93A0}" presName="textRect" presStyleLbl="revTx" presStyleIdx="1" presStyleCnt="8">
        <dgm:presLayoutVars>
          <dgm:chMax val="1"/>
          <dgm:chPref val="1"/>
        </dgm:presLayoutVars>
      </dgm:prSet>
      <dgm:spPr/>
    </dgm:pt>
    <dgm:pt modelId="{179C2BDD-0B4D-4FD8-B498-109CDFD4B58A}" type="pres">
      <dgm:prSet presAssocID="{1869DA73-9346-4975-852A-682A154A2E08}" presName="sibTrans" presStyleCnt="0"/>
      <dgm:spPr/>
    </dgm:pt>
    <dgm:pt modelId="{B46497EC-6AD9-4AB0-A53F-08DB3321C8CD}" type="pres">
      <dgm:prSet presAssocID="{1F0FB1C7-B83C-4879-87F9-7FF0EDFDB332}" presName="compNode" presStyleCnt="0"/>
      <dgm:spPr/>
    </dgm:pt>
    <dgm:pt modelId="{6F91E490-6B46-4A5A-95A0-5B8E440C8DDA}" type="pres">
      <dgm:prSet presAssocID="{1F0FB1C7-B83C-4879-87F9-7FF0EDFDB332}" presName="iconBgRect" presStyleLbl="bgShp" presStyleIdx="2" presStyleCnt="8"/>
      <dgm:spPr>
        <a:prstGeom prst="round2DiagRect">
          <a:avLst>
            <a:gd name="adj1" fmla="val 29727"/>
            <a:gd name="adj2" fmla="val 0"/>
          </a:avLst>
        </a:prstGeom>
      </dgm:spPr>
    </dgm:pt>
    <dgm:pt modelId="{3059F916-123F-4AD0-A092-882BDC12E130}" type="pres">
      <dgm:prSet presAssocID="{1F0FB1C7-B83C-4879-87F9-7FF0EDFDB332}" presName="iconRect" presStyleLbl="node1" presStyleIdx="2" presStyleCnt="8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se de données"/>
        </a:ext>
      </dgm:extLst>
    </dgm:pt>
    <dgm:pt modelId="{159CEC1E-931F-4281-A000-6D64264D921C}" type="pres">
      <dgm:prSet presAssocID="{1F0FB1C7-B83C-4879-87F9-7FF0EDFDB332}" presName="spaceRect" presStyleCnt="0"/>
      <dgm:spPr/>
    </dgm:pt>
    <dgm:pt modelId="{B85580C3-78B3-4096-A6DD-D9F7BF84045E}" type="pres">
      <dgm:prSet presAssocID="{1F0FB1C7-B83C-4879-87F9-7FF0EDFDB332}" presName="textRect" presStyleLbl="revTx" presStyleIdx="2" presStyleCnt="8">
        <dgm:presLayoutVars>
          <dgm:chMax val="1"/>
          <dgm:chPref val="1"/>
        </dgm:presLayoutVars>
      </dgm:prSet>
      <dgm:spPr/>
    </dgm:pt>
    <dgm:pt modelId="{A10EB0BB-9145-4DBD-A7FF-4D1EC1F66C00}" type="pres">
      <dgm:prSet presAssocID="{6264F790-19C7-402A-A4BA-6C60691DFE64}" presName="sibTrans" presStyleCnt="0"/>
      <dgm:spPr/>
    </dgm:pt>
    <dgm:pt modelId="{E639EDED-8AB1-419B-8AB3-45CD07F01CEC}" type="pres">
      <dgm:prSet presAssocID="{5E92396C-45AA-4A04-95A9-D45438B0B74F}" presName="compNode" presStyleCnt="0"/>
      <dgm:spPr/>
    </dgm:pt>
    <dgm:pt modelId="{5FF856A8-8715-453D-A476-D255BE030424}" type="pres">
      <dgm:prSet presAssocID="{5E92396C-45AA-4A04-95A9-D45438B0B74F}" presName="iconBgRect" presStyleLbl="bgShp" presStyleIdx="3" presStyleCnt="8"/>
      <dgm:spPr>
        <a:prstGeom prst="round2DiagRect">
          <a:avLst>
            <a:gd name="adj1" fmla="val 29727"/>
            <a:gd name="adj2" fmla="val 0"/>
          </a:avLst>
        </a:prstGeom>
      </dgm:spPr>
    </dgm:pt>
    <dgm:pt modelId="{B926A4D1-BCAF-45BB-9154-A058057C9CEF}" type="pres">
      <dgm:prSet presAssocID="{5E92396C-45AA-4A04-95A9-D45438B0B74F}" presName="iconRect" presStyleLbl="node1" presStyleIdx="3" presStyleCnt="8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rdinateur"/>
        </a:ext>
      </dgm:extLst>
    </dgm:pt>
    <dgm:pt modelId="{344D4911-6B52-42C3-842D-9AEAA5FDBD0F}" type="pres">
      <dgm:prSet presAssocID="{5E92396C-45AA-4A04-95A9-D45438B0B74F}" presName="spaceRect" presStyleCnt="0"/>
      <dgm:spPr/>
    </dgm:pt>
    <dgm:pt modelId="{A8FB330A-D8D4-41ED-8B84-CB97D8F65850}" type="pres">
      <dgm:prSet presAssocID="{5E92396C-45AA-4A04-95A9-D45438B0B74F}" presName="textRect" presStyleLbl="revTx" presStyleIdx="3" presStyleCnt="8">
        <dgm:presLayoutVars>
          <dgm:chMax val="1"/>
          <dgm:chPref val="1"/>
        </dgm:presLayoutVars>
      </dgm:prSet>
      <dgm:spPr/>
    </dgm:pt>
    <dgm:pt modelId="{FA841EC9-00D5-48FE-B90B-E610B2E2AA85}" type="pres">
      <dgm:prSet presAssocID="{B93A2F9D-E60E-4946-9CB8-CB9489C00860}" presName="sibTrans" presStyleCnt="0"/>
      <dgm:spPr/>
    </dgm:pt>
    <dgm:pt modelId="{F6A6B3A4-565F-43C2-BEEE-08E3F4646689}" type="pres">
      <dgm:prSet presAssocID="{B9BDF01D-A234-4882-8FF6-4049A4BDC093}" presName="compNode" presStyleCnt="0"/>
      <dgm:spPr/>
    </dgm:pt>
    <dgm:pt modelId="{11407F5D-C191-47F0-AD9E-29E20A5C34A0}" type="pres">
      <dgm:prSet presAssocID="{B9BDF01D-A234-4882-8FF6-4049A4BDC093}" presName="iconBgRect" presStyleLbl="bgShp" presStyleIdx="4" presStyleCnt="8"/>
      <dgm:spPr>
        <a:prstGeom prst="round2DiagRect">
          <a:avLst>
            <a:gd name="adj1" fmla="val 29727"/>
            <a:gd name="adj2" fmla="val 0"/>
          </a:avLst>
        </a:prstGeom>
      </dgm:spPr>
    </dgm:pt>
    <dgm:pt modelId="{6F9C13B5-9D4F-497D-B67D-97F7E400E635}" type="pres">
      <dgm:prSet presAssocID="{B9BDF01D-A234-4882-8FF6-4049A4BDC093}" presName="iconRect" presStyleLbl="node1" presStyleIdx="4" presStyleCnt="8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ngrenages"/>
        </a:ext>
      </dgm:extLst>
    </dgm:pt>
    <dgm:pt modelId="{754CD1B2-3C38-4A5E-A68C-9357FFC3F930}" type="pres">
      <dgm:prSet presAssocID="{B9BDF01D-A234-4882-8FF6-4049A4BDC093}" presName="spaceRect" presStyleCnt="0"/>
      <dgm:spPr/>
    </dgm:pt>
    <dgm:pt modelId="{44E4B968-8A3D-43E6-B5DB-79860F95B503}" type="pres">
      <dgm:prSet presAssocID="{B9BDF01D-A234-4882-8FF6-4049A4BDC093}" presName="textRect" presStyleLbl="revTx" presStyleIdx="4" presStyleCnt="8">
        <dgm:presLayoutVars>
          <dgm:chMax val="1"/>
          <dgm:chPref val="1"/>
        </dgm:presLayoutVars>
      </dgm:prSet>
      <dgm:spPr/>
    </dgm:pt>
    <dgm:pt modelId="{C0A87E63-51D8-4563-A74C-6CC147EB68DA}" type="pres">
      <dgm:prSet presAssocID="{42A40B45-0D3F-435A-A444-0D54DE9BA1DD}" presName="sibTrans" presStyleCnt="0"/>
      <dgm:spPr/>
    </dgm:pt>
    <dgm:pt modelId="{BA4F7B18-5E2E-41D9-A644-CE96804984AE}" type="pres">
      <dgm:prSet presAssocID="{573C3B0F-D5B6-4B24-8755-FA75415998B4}" presName="compNode" presStyleCnt="0"/>
      <dgm:spPr/>
    </dgm:pt>
    <dgm:pt modelId="{84AEF40C-2156-4FD7-A423-A4BB2D3A4C46}" type="pres">
      <dgm:prSet presAssocID="{573C3B0F-D5B6-4B24-8755-FA75415998B4}" presName="iconBgRect" presStyleLbl="bgShp" presStyleIdx="5" presStyleCnt="8"/>
      <dgm:spPr>
        <a:prstGeom prst="round2DiagRect">
          <a:avLst>
            <a:gd name="adj1" fmla="val 29727"/>
            <a:gd name="adj2" fmla="val 0"/>
          </a:avLst>
        </a:prstGeom>
      </dgm:spPr>
    </dgm:pt>
    <dgm:pt modelId="{C5A688AF-E97E-4EBD-BDB2-20B1BE4CE991}" type="pres">
      <dgm:prSet presAssocID="{573C3B0F-D5B6-4B24-8755-FA75415998B4}" presName="iconRect" presStyleLbl="node1" presStyleIdx="5" presStyleCnt="8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tilisateur"/>
        </a:ext>
      </dgm:extLst>
    </dgm:pt>
    <dgm:pt modelId="{C27C62B2-CF69-4803-A53A-F032DA522729}" type="pres">
      <dgm:prSet presAssocID="{573C3B0F-D5B6-4B24-8755-FA75415998B4}" presName="spaceRect" presStyleCnt="0"/>
      <dgm:spPr/>
    </dgm:pt>
    <dgm:pt modelId="{F5103835-84E1-42A0-9EE6-CA0812BA568B}" type="pres">
      <dgm:prSet presAssocID="{573C3B0F-D5B6-4B24-8755-FA75415998B4}" presName="textRect" presStyleLbl="revTx" presStyleIdx="5" presStyleCnt="8">
        <dgm:presLayoutVars>
          <dgm:chMax val="1"/>
          <dgm:chPref val="1"/>
        </dgm:presLayoutVars>
      </dgm:prSet>
      <dgm:spPr/>
    </dgm:pt>
    <dgm:pt modelId="{74A8F73E-5881-4E30-9ECB-68C66B8B632C}" type="pres">
      <dgm:prSet presAssocID="{9EE8A684-FCCE-4B41-BC73-F40092B1C722}" presName="sibTrans" presStyleCnt="0"/>
      <dgm:spPr/>
    </dgm:pt>
    <dgm:pt modelId="{138B4914-D285-4BDE-B590-587D082B5ECB}" type="pres">
      <dgm:prSet presAssocID="{3F8AEDC4-6966-4968-ADC5-56AE94D77F35}" presName="compNode" presStyleCnt="0"/>
      <dgm:spPr/>
    </dgm:pt>
    <dgm:pt modelId="{D5EAC35C-1B3D-4185-B381-141F84039FB0}" type="pres">
      <dgm:prSet presAssocID="{3F8AEDC4-6966-4968-ADC5-56AE94D77F35}" presName="iconBgRect" presStyleLbl="bgShp" presStyleIdx="6" presStyleCnt="8"/>
      <dgm:spPr>
        <a:prstGeom prst="round2DiagRect">
          <a:avLst>
            <a:gd name="adj1" fmla="val 29727"/>
            <a:gd name="adj2" fmla="val 0"/>
          </a:avLst>
        </a:prstGeom>
      </dgm:spPr>
    </dgm:pt>
    <dgm:pt modelId="{30FEBA91-A2C3-47E9-B7A3-C328F827C971}" type="pres">
      <dgm:prSet presAssocID="{3F8AEDC4-6966-4968-ADC5-56AE94D77F35}" presName="iconRect" presStyleLbl="node1" presStyleIdx="6" presStyleCnt="8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vertissement"/>
        </a:ext>
      </dgm:extLst>
    </dgm:pt>
    <dgm:pt modelId="{1395C936-04AB-4727-A7E4-1E7AF281F28C}" type="pres">
      <dgm:prSet presAssocID="{3F8AEDC4-6966-4968-ADC5-56AE94D77F35}" presName="spaceRect" presStyleCnt="0"/>
      <dgm:spPr/>
    </dgm:pt>
    <dgm:pt modelId="{1190AB17-859F-4124-A2F9-875429E62546}" type="pres">
      <dgm:prSet presAssocID="{3F8AEDC4-6966-4968-ADC5-56AE94D77F35}" presName="textRect" presStyleLbl="revTx" presStyleIdx="6" presStyleCnt="8">
        <dgm:presLayoutVars>
          <dgm:chMax val="1"/>
          <dgm:chPref val="1"/>
        </dgm:presLayoutVars>
      </dgm:prSet>
      <dgm:spPr/>
    </dgm:pt>
    <dgm:pt modelId="{9A259C00-0993-4CC2-AFA5-01AD0468C0A5}" type="pres">
      <dgm:prSet presAssocID="{50E6D132-D043-4017-ABF6-E0BCD79307CF}" presName="sibTrans" presStyleCnt="0"/>
      <dgm:spPr/>
    </dgm:pt>
    <dgm:pt modelId="{CD5A44D4-C3DC-40BD-9610-54F47D425504}" type="pres">
      <dgm:prSet presAssocID="{77C0AFB4-F031-4F6A-B5BC-3E9DB7ED462F}" presName="compNode" presStyleCnt="0"/>
      <dgm:spPr/>
    </dgm:pt>
    <dgm:pt modelId="{B498BBDF-9BCD-40EF-AEEA-1ACB56B47829}" type="pres">
      <dgm:prSet presAssocID="{77C0AFB4-F031-4F6A-B5BC-3E9DB7ED462F}" presName="iconBgRect" presStyleLbl="bgShp" presStyleIdx="7" presStyleCnt="8"/>
      <dgm:spPr>
        <a:prstGeom prst="round2DiagRect">
          <a:avLst>
            <a:gd name="adj1" fmla="val 29727"/>
            <a:gd name="adj2" fmla="val 0"/>
          </a:avLst>
        </a:prstGeom>
      </dgm:spPr>
    </dgm:pt>
    <dgm:pt modelId="{FAD6807F-91E0-4061-A156-406E572BBDFC}" type="pres">
      <dgm:prSet presAssocID="{77C0AFB4-F031-4F6A-B5BC-3E9DB7ED462F}" presName="iconRect" presStyleLbl="node1" presStyleIdx="7" presStyleCnt="8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che"/>
        </a:ext>
      </dgm:extLst>
    </dgm:pt>
    <dgm:pt modelId="{358A6BDB-FA7E-4374-A368-4DCA05F375A2}" type="pres">
      <dgm:prSet presAssocID="{77C0AFB4-F031-4F6A-B5BC-3E9DB7ED462F}" presName="spaceRect" presStyleCnt="0"/>
      <dgm:spPr/>
    </dgm:pt>
    <dgm:pt modelId="{2F109510-3545-4E67-BCB3-B78AB7D77A13}" type="pres">
      <dgm:prSet presAssocID="{77C0AFB4-F031-4F6A-B5BC-3E9DB7ED462F}" presName="textRect" presStyleLbl="revTx" presStyleIdx="7" presStyleCnt="8">
        <dgm:presLayoutVars>
          <dgm:chMax val="1"/>
          <dgm:chPref val="1"/>
        </dgm:presLayoutVars>
      </dgm:prSet>
      <dgm:spPr/>
    </dgm:pt>
  </dgm:ptLst>
  <dgm:cxnLst>
    <dgm:cxn modelId="{72380E0A-DA8F-4382-96AF-68EC6F17FD0A}" srcId="{80EFD3C6-EA85-443B-8731-A647F751DA7B}" destId="{6170B6CF-2507-4D8C-BD69-8C5AE210D331}" srcOrd="0" destOrd="0" parTransId="{6BBE5D05-C9CD-4344-87A5-C9F776D7E077}" sibTransId="{2DF894FD-0EB7-49F0-AF62-28F44C19E44B}"/>
    <dgm:cxn modelId="{25E58E0A-062E-41D9-87EC-3913CAFD6F41}" srcId="{80EFD3C6-EA85-443B-8731-A647F751DA7B}" destId="{B9BDF01D-A234-4882-8FF6-4049A4BDC093}" srcOrd="4" destOrd="0" parTransId="{2BFA871E-1BFA-4AA9-B357-D2AE7BD45E75}" sibTransId="{42A40B45-0D3F-435A-A444-0D54DE9BA1DD}"/>
    <dgm:cxn modelId="{BBC0761B-81EF-478E-81D0-C26929E92CD6}" type="presOf" srcId="{B9BDF01D-A234-4882-8FF6-4049A4BDC093}" destId="{44E4B968-8A3D-43E6-B5DB-79860F95B503}" srcOrd="0" destOrd="0" presId="urn:microsoft.com/office/officeart/2018/5/layout/IconLeafLabelList"/>
    <dgm:cxn modelId="{44F9C224-4E62-46BC-BDF7-1F46D4573B13}" srcId="{80EFD3C6-EA85-443B-8731-A647F751DA7B}" destId="{573C3B0F-D5B6-4B24-8755-FA75415998B4}" srcOrd="5" destOrd="0" parTransId="{DE561725-4D2A-49DA-B542-2DC5D5E52E93}" sibTransId="{9EE8A684-FCCE-4B41-BC73-F40092B1C722}"/>
    <dgm:cxn modelId="{F2740F61-9089-4D86-98C4-7DF5D8A61222}" srcId="{80EFD3C6-EA85-443B-8731-A647F751DA7B}" destId="{77C0AFB4-F031-4F6A-B5BC-3E9DB7ED462F}" srcOrd="7" destOrd="0" parTransId="{7C5AC557-558E-4F41-89AA-D79D6796C44F}" sibTransId="{D74217D6-CB24-48DC-8914-F96521371E7E}"/>
    <dgm:cxn modelId="{C204C549-AB62-49B7-891A-2C503D5BFD02}" srcId="{80EFD3C6-EA85-443B-8731-A647F751DA7B}" destId="{5E92396C-45AA-4A04-95A9-D45438B0B74F}" srcOrd="3" destOrd="0" parTransId="{1BD3178C-9432-45EC-B5FC-6432DA909A24}" sibTransId="{B93A2F9D-E60E-4946-9CB8-CB9489C00860}"/>
    <dgm:cxn modelId="{F5B9146B-5853-4A1B-87B7-51179A6D03D2}" srcId="{80EFD3C6-EA85-443B-8731-A647F751DA7B}" destId="{3F8AEDC4-6966-4968-ADC5-56AE94D77F35}" srcOrd="6" destOrd="0" parTransId="{C30370BE-2299-465A-B486-6DD1730491D5}" sibTransId="{50E6D132-D043-4017-ABF6-E0BCD79307CF}"/>
    <dgm:cxn modelId="{B4FEBD82-AC0D-47C7-935F-8EB9B12B0585}" type="presOf" srcId="{1F0FB1C7-B83C-4879-87F9-7FF0EDFDB332}" destId="{B85580C3-78B3-4096-A6DD-D9F7BF84045E}" srcOrd="0" destOrd="0" presId="urn:microsoft.com/office/officeart/2018/5/layout/IconLeafLabelList"/>
    <dgm:cxn modelId="{D825E29D-37BD-4CAE-ACE0-FDC5AACEA76D}" type="presOf" srcId="{A8E5E73E-AE68-4D2D-9571-DA5A90EC93A0}" destId="{2A460508-255B-4CA5-B7B8-9F8E9F87342D}" srcOrd="0" destOrd="0" presId="urn:microsoft.com/office/officeart/2018/5/layout/IconLeafLabelList"/>
    <dgm:cxn modelId="{8BFD5ABD-DFC0-4515-87B1-93996B228C38}" srcId="{80EFD3C6-EA85-443B-8731-A647F751DA7B}" destId="{A8E5E73E-AE68-4D2D-9571-DA5A90EC93A0}" srcOrd="1" destOrd="0" parTransId="{4F2F3A0B-61D8-4E15-8EBF-786638FD8AC9}" sibTransId="{1869DA73-9346-4975-852A-682A154A2E08}"/>
    <dgm:cxn modelId="{C7DF9FC0-DADF-4F98-8BB4-4FCE9361CFFF}" type="presOf" srcId="{77C0AFB4-F031-4F6A-B5BC-3E9DB7ED462F}" destId="{2F109510-3545-4E67-BCB3-B78AB7D77A13}" srcOrd="0" destOrd="0" presId="urn:microsoft.com/office/officeart/2018/5/layout/IconLeafLabelList"/>
    <dgm:cxn modelId="{E2A556D0-865B-4D1E-B15E-133DA0E77AA4}" srcId="{80EFD3C6-EA85-443B-8731-A647F751DA7B}" destId="{1F0FB1C7-B83C-4879-87F9-7FF0EDFDB332}" srcOrd="2" destOrd="0" parTransId="{7423638B-9F77-4032-8690-BA76D647F501}" sibTransId="{6264F790-19C7-402A-A4BA-6C60691DFE64}"/>
    <dgm:cxn modelId="{15849ED3-9414-4EFD-BC4B-79E62B3F9EAD}" type="presOf" srcId="{573C3B0F-D5B6-4B24-8755-FA75415998B4}" destId="{F5103835-84E1-42A0-9EE6-CA0812BA568B}" srcOrd="0" destOrd="0" presId="urn:microsoft.com/office/officeart/2018/5/layout/IconLeafLabelList"/>
    <dgm:cxn modelId="{3E361DE0-D4A2-4E98-9E9D-F77C2ECFBDE9}" type="presOf" srcId="{80EFD3C6-EA85-443B-8731-A647F751DA7B}" destId="{88AFF073-D1CC-4256-A746-4D3BFC646F6E}" srcOrd="0" destOrd="0" presId="urn:microsoft.com/office/officeart/2018/5/layout/IconLeafLabelList"/>
    <dgm:cxn modelId="{DAD24EE6-FB8E-475E-A09F-CE752B451CEC}" type="presOf" srcId="{6170B6CF-2507-4D8C-BD69-8C5AE210D331}" destId="{97CB5E14-4F74-4AC3-BF5C-5036A1428F1B}" srcOrd="0" destOrd="0" presId="urn:microsoft.com/office/officeart/2018/5/layout/IconLeafLabelList"/>
    <dgm:cxn modelId="{30D843F2-AA64-4EC9-8172-FD350839863D}" type="presOf" srcId="{5E92396C-45AA-4A04-95A9-D45438B0B74F}" destId="{A8FB330A-D8D4-41ED-8B84-CB97D8F65850}" srcOrd="0" destOrd="0" presId="urn:microsoft.com/office/officeart/2018/5/layout/IconLeafLabelList"/>
    <dgm:cxn modelId="{903247FE-4EF9-45FF-A47F-66A999FD5AA5}" type="presOf" srcId="{3F8AEDC4-6966-4968-ADC5-56AE94D77F35}" destId="{1190AB17-859F-4124-A2F9-875429E62546}" srcOrd="0" destOrd="0" presId="urn:microsoft.com/office/officeart/2018/5/layout/IconLeafLabelList"/>
    <dgm:cxn modelId="{7C467ABE-E902-40AE-AC77-A8D5041219D1}" type="presParOf" srcId="{88AFF073-D1CC-4256-A746-4D3BFC646F6E}" destId="{00090C39-ACAC-4321-AC16-E96D9064D4D7}" srcOrd="0" destOrd="0" presId="urn:microsoft.com/office/officeart/2018/5/layout/IconLeafLabelList"/>
    <dgm:cxn modelId="{A61355E3-DE79-4759-9936-875B79E582C4}" type="presParOf" srcId="{00090C39-ACAC-4321-AC16-E96D9064D4D7}" destId="{B7FE9262-7538-4256-B016-A6CD33BD9D29}" srcOrd="0" destOrd="0" presId="urn:microsoft.com/office/officeart/2018/5/layout/IconLeafLabelList"/>
    <dgm:cxn modelId="{439820F4-FED7-4737-B421-15B6BD8A03CE}" type="presParOf" srcId="{00090C39-ACAC-4321-AC16-E96D9064D4D7}" destId="{A5C9C953-D134-41BC-9610-C1E15AAC06BB}" srcOrd="1" destOrd="0" presId="urn:microsoft.com/office/officeart/2018/5/layout/IconLeafLabelList"/>
    <dgm:cxn modelId="{2CF0FBBF-CA19-4C42-B74D-BCBB77BCB8FC}" type="presParOf" srcId="{00090C39-ACAC-4321-AC16-E96D9064D4D7}" destId="{4B51A706-F314-44E4-AC40-B10EA0509DAC}" srcOrd="2" destOrd="0" presId="urn:microsoft.com/office/officeart/2018/5/layout/IconLeafLabelList"/>
    <dgm:cxn modelId="{413358A0-F9BB-4788-A451-0C539FC60B64}" type="presParOf" srcId="{00090C39-ACAC-4321-AC16-E96D9064D4D7}" destId="{97CB5E14-4F74-4AC3-BF5C-5036A1428F1B}" srcOrd="3" destOrd="0" presId="urn:microsoft.com/office/officeart/2018/5/layout/IconLeafLabelList"/>
    <dgm:cxn modelId="{E527ACB8-8CB6-43E7-8199-44058307FFD5}" type="presParOf" srcId="{88AFF073-D1CC-4256-A746-4D3BFC646F6E}" destId="{83DDEAA4-8CC5-4453-AD60-6AD8F359610A}" srcOrd="1" destOrd="0" presId="urn:microsoft.com/office/officeart/2018/5/layout/IconLeafLabelList"/>
    <dgm:cxn modelId="{43FF038B-EBB5-4BE7-81F4-F083D1C63386}" type="presParOf" srcId="{88AFF073-D1CC-4256-A746-4D3BFC646F6E}" destId="{8532F4E2-D499-43C2-9FEA-1DCD88571635}" srcOrd="2" destOrd="0" presId="urn:microsoft.com/office/officeart/2018/5/layout/IconLeafLabelList"/>
    <dgm:cxn modelId="{C4CA2771-A6F6-463E-AC1C-55A58867F222}" type="presParOf" srcId="{8532F4E2-D499-43C2-9FEA-1DCD88571635}" destId="{EB9F2A92-F5AD-4FCB-BDD2-5B444A42F3B9}" srcOrd="0" destOrd="0" presId="urn:microsoft.com/office/officeart/2018/5/layout/IconLeafLabelList"/>
    <dgm:cxn modelId="{B920E155-1460-4687-8186-133124CF7D59}" type="presParOf" srcId="{8532F4E2-D499-43C2-9FEA-1DCD88571635}" destId="{F645B3C8-A5BD-4F67-8DC4-A9E855A2AF9C}" srcOrd="1" destOrd="0" presId="urn:microsoft.com/office/officeart/2018/5/layout/IconLeafLabelList"/>
    <dgm:cxn modelId="{3FEE8F34-6279-4BF7-84C7-135CC9767831}" type="presParOf" srcId="{8532F4E2-D499-43C2-9FEA-1DCD88571635}" destId="{7C3B01A9-4764-42EA-8BC0-4F0178461BBC}" srcOrd="2" destOrd="0" presId="urn:microsoft.com/office/officeart/2018/5/layout/IconLeafLabelList"/>
    <dgm:cxn modelId="{AE785D19-5800-4F47-9247-14082F37A774}" type="presParOf" srcId="{8532F4E2-D499-43C2-9FEA-1DCD88571635}" destId="{2A460508-255B-4CA5-B7B8-9F8E9F87342D}" srcOrd="3" destOrd="0" presId="urn:microsoft.com/office/officeart/2018/5/layout/IconLeafLabelList"/>
    <dgm:cxn modelId="{929BACB8-BBCA-41CE-A6C7-CDF83CF507DE}" type="presParOf" srcId="{88AFF073-D1CC-4256-A746-4D3BFC646F6E}" destId="{179C2BDD-0B4D-4FD8-B498-109CDFD4B58A}" srcOrd="3" destOrd="0" presId="urn:microsoft.com/office/officeart/2018/5/layout/IconLeafLabelList"/>
    <dgm:cxn modelId="{4656EB93-C5DF-4463-9533-95B7C5906AF9}" type="presParOf" srcId="{88AFF073-D1CC-4256-A746-4D3BFC646F6E}" destId="{B46497EC-6AD9-4AB0-A53F-08DB3321C8CD}" srcOrd="4" destOrd="0" presId="urn:microsoft.com/office/officeart/2018/5/layout/IconLeafLabelList"/>
    <dgm:cxn modelId="{A84082E5-F7C5-4BFB-B824-A26DE4EC1421}" type="presParOf" srcId="{B46497EC-6AD9-4AB0-A53F-08DB3321C8CD}" destId="{6F91E490-6B46-4A5A-95A0-5B8E440C8DDA}" srcOrd="0" destOrd="0" presId="urn:microsoft.com/office/officeart/2018/5/layout/IconLeafLabelList"/>
    <dgm:cxn modelId="{6419E93F-FBE3-4B37-B600-CC7FFA43CC4E}" type="presParOf" srcId="{B46497EC-6AD9-4AB0-A53F-08DB3321C8CD}" destId="{3059F916-123F-4AD0-A092-882BDC12E130}" srcOrd="1" destOrd="0" presId="urn:microsoft.com/office/officeart/2018/5/layout/IconLeafLabelList"/>
    <dgm:cxn modelId="{0C9F1895-26F9-42BA-89ED-B8C0D1988550}" type="presParOf" srcId="{B46497EC-6AD9-4AB0-A53F-08DB3321C8CD}" destId="{159CEC1E-931F-4281-A000-6D64264D921C}" srcOrd="2" destOrd="0" presId="urn:microsoft.com/office/officeart/2018/5/layout/IconLeafLabelList"/>
    <dgm:cxn modelId="{8F94E59F-3AED-4F4F-A433-02E1DDF7C4FF}" type="presParOf" srcId="{B46497EC-6AD9-4AB0-A53F-08DB3321C8CD}" destId="{B85580C3-78B3-4096-A6DD-D9F7BF84045E}" srcOrd="3" destOrd="0" presId="urn:microsoft.com/office/officeart/2018/5/layout/IconLeafLabelList"/>
    <dgm:cxn modelId="{64C7BA3C-0C9F-4ADB-820F-D72B8CF56764}" type="presParOf" srcId="{88AFF073-D1CC-4256-A746-4D3BFC646F6E}" destId="{A10EB0BB-9145-4DBD-A7FF-4D1EC1F66C00}" srcOrd="5" destOrd="0" presId="urn:microsoft.com/office/officeart/2018/5/layout/IconLeafLabelList"/>
    <dgm:cxn modelId="{7289FF19-479A-4FF2-92A1-023E75ED0EE6}" type="presParOf" srcId="{88AFF073-D1CC-4256-A746-4D3BFC646F6E}" destId="{E639EDED-8AB1-419B-8AB3-45CD07F01CEC}" srcOrd="6" destOrd="0" presId="urn:microsoft.com/office/officeart/2018/5/layout/IconLeafLabelList"/>
    <dgm:cxn modelId="{BADA1117-8EC8-4803-96E5-B8A4CFD84BE0}" type="presParOf" srcId="{E639EDED-8AB1-419B-8AB3-45CD07F01CEC}" destId="{5FF856A8-8715-453D-A476-D255BE030424}" srcOrd="0" destOrd="0" presId="urn:microsoft.com/office/officeart/2018/5/layout/IconLeafLabelList"/>
    <dgm:cxn modelId="{8C01BB29-6567-4239-97F7-4A6E13370A3D}" type="presParOf" srcId="{E639EDED-8AB1-419B-8AB3-45CD07F01CEC}" destId="{B926A4D1-BCAF-45BB-9154-A058057C9CEF}" srcOrd="1" destOrd="0" presId="urn:microsoft.com/office/officeart/2018/5/layout/IconLeafLabelList"/>
    <dgm:cxn modelId="{D3BA7DEF-DAD1-4D02-88E9-9B82118E00DC}" type="presParOf" srcId="{E639EDED-8AB1-419B-8AB3-45CD07F01CEC}" destId="{344D4911-6B52-42C3-842D-9AEAA5FDBD0F}" srcOrd="2" destOrd="0" presId="urn:microsoft.com/office/officeart/2018/5/layout/IconLeafLabelList"/>
    <dgm:cxn modelId="{9D9C536D-2647-4939-B0FD-498C2C2B49CF}" type="presParOf" srcId="{E639EDED-8AB1-419B-8AB3-45CD07F01CEC}" destId="{A8FB330A-D8D4-41ED-8B84-CB97D8F65850}" srcOrd="3" destOrd="0" presId="urn:microsoft.com/office/officeart/2018/5/layout/IconLeafLabelList"/>
    <dgm:cxn modelId="{ABBD9F1A-4CBB-4848-A83E-1777CBF765B6}" type="presParOf" srcId="{88AFF073-D1CC-4256-A746-4D3BFC646F6E}" destId="{FA841EC9-00D5-48FE-B90B-E610B2E2AA85}" srcOrd="7" destOrd="0" presId="urn:microsoft.com/office/officeart/2018/5/layout/IconLeafLabelList"/>
    <dgm:cxn modelId="{9B9293C2-1CD7-4D75-AC8C-C5E1A33F831E}" type="presParOf" srcId="{88AFF073-D1CC-4256-A746-4D3BFC646F6E}" destId="{F6A6B3A4-565F-43C2-BEEE-08E3F4646689}" srcOrd="8" destOrd="0" presId="urn:microsoft.com/office/officeart/2018/5/layout/IconLeafLabelList"/>
    <dgm:cxn modelId="{1CD0403D-00BD-47A0-92E0-E42F75895D3E}" type="presParOf" srcId="{F6A6B3A4-565F-43C2-BEEE-08E3F4646689}" destId="{11407F5D-C191-47F0-AD9E-29E20A5C34A0}" srcOrd="0" destOrd="0" presId="urn:microsoft.com/office/officeart/2018/5/layout/IconLeafLabelList"/>
    <dgm:cxn modelId="{A02EC1DB-A318-4001-92C4-717D969D7E7F}" type="presParOf" srcId="{F6A6B3A4-565F-43C2-BEEE-08E3F4646689}" destId="{6F9C13B5-9D4F-497D-B67D-97F7E400E635}" srcOrd="1" destOrd="0" presId="urn:microsoft.com/office/officeart/2018/5/layout/IconLeafLabelList"/>
    <dgm:cxn modelId="{B97B5AD9-DDA5-41E5-B015-29E1A9E4AC5D}" type="presParOf" srcId="{F6A6B3A4-565F-43C2-BEEE-08E3F4646689}" destId="{754CD1B2-3C38-4A5E-A68C-9357FFC3F930}" srcOrd="2" destOrd="0" presId="urn:microsoft.com/office/officeart/2018/5/layout/IconLeafLabelList"/>
    <dgm:cxn modelId="{49704F12-BD8F-4C74-8643-D32F73D4737C}" type="presParOf" srcId="{F6A6B3A4-565F-43C2-BEEE-08E3F4646689}" destId="{44E4B968-8A3D-43E6-B5DB-79860F95B503}" srcOrd="3" destOrd="0" presId="urn:microsoft.com/office/officeart/2018/5/layout/IconLeafLabelList"/>
    <dgm:cxn modelId="{FED8347D-E9DD-43FC-A03F-BB3C3C0CEF4E}" type="presParOf" srcId="{88AFF073-D1CC-4256-A746-4D3BFC646F6E}" destId="{C0A87E63-51D8-4563-A74C-6CC147EB68DA}" srcOrd="9" destOrd="0" presId="urn:microsoft.com/office/officeart/2018/5/layout/IconLeafLabelList"/>
    <dgm:cxn modelId="{1C77561B-62D7-4484-836D-5580EEE5A5DB}" type="presParOf" srcId="{88AFF073-D1CC-4256-A746-4D3BFC646F6E}" destId="{BA4F7B18-5E2E-41D9-A644-CE96804984AE}" srcOrd="10" destOrd="0" presId="urn:microsoft.com/office/officeart/2018/5/layout/IconLeafLabelList"/>
    <dgm:cxn modelId="{89427447-386A-470A-920D-6854DC4B6194}" type="presParOf" srcId="{BA4F7B18-5E2E-41D9-A644-CE96804984AE}" destId="{84AEF40C-2156-4FD7-A423-A4BB2D3A4C46}" srcOrd="0" destOrd="0" presId="urn:microsoft.com/office/officeart/2018/5/layout/IconLeafLabelList"/>
    <dgm:cxn modelId="{F743D1C5-0EB3-4A58-8B4E-75C3EC6B8C4C}" type="presParOf" srcId="{BA4F7B18-5E2E-41D9-A644-CE96804984AE}" destId="{C5A688AF-E97E-4EBD-BDB2-20B1BE4CE991}" srcOrd="1" destOrd="0" presId="urn:microsoft.com/office/officeart/2018/5/layout/IconLeafLabelList"/>
    <dgm:cxn modelId="{848BFFF4-45DA-4C9A-9207-22DF286827A0}" type="presParOf" srcId="{BA4F7B18-5E2E-41D9-A644-CE96804984AE}" destId="{C27C62B2-CF69-4803-A53A-F032DA522729}" srcOrd="2" destOrd="0" presId="urn:microsoft.com/office/officeart/2018/5/layout/IconLeafLabelList"/>
    <dgm:cxn modelId="{438BC22F-DA1D-466E-BCBA-52C8063DC035}" type="presParOf" srcId="{BA4F7B18-5E2E-41D9-A644-CE96804984AE}" destId="{F5103835-84E1-42A0-9EE6-CA0812BA568B}" srcOrd="3" destOrd="0" presId="urn:microsoft.com/office/officeart/2018/5/layout/IconLeafLabelList"/>
    <dgm:cxn modelId="{B6C0DD37-D7A4-4947-929E-83D339602192}" type="presParOf" srcId="{88AFF073-D1CC-4256-A746-4D3BFC646F6E}" destId="{74A8F73E-5881-4E30-9ECB-68C66B8B632C}" srcOrd="11" destOrd="0" presId="urn:microsoft.com/office/officeart/2018/5/layout/IconLeafLabelList"/>
    <dgm:cxn modelId="{5BA0C834-50D5-4F04-B9A1-20CA415B5B9B}" type="presParOf" srcId="{88AFF073-D1CC-4256-A746-4D3BFC646F6E}" destId="{138B4914-D285-4BDE-B590-587D082B5ECB}" srcOrd="12" destOrd="0" presId="urn:microsoft.com/office/officeart/2018/5/layout/IconLeafLabelList"/>
    <dgm:cxn modelId="{B30C826B-520D-4D47-811A-DF3C63676610}" type="presParOf" srcId="{138B4914-D285-4BDE-B590-587D082B5ECB}" destId="{D5EAC35C-1B3D-4185-B381-141F84039FB0}" srcOrd="0" destOrd="0" presId="urn:microsoft.com/office/officeart/2018/5/layout/IconLeafLabelList"/>
    <dgm:cxn modelId="{F6701514-44D5-4E3C-A6EF-0CDA9188679F}" type="presParOf" srcId="{138B4914-D285-4BDE-B590-587D082B5ECB}" destId="{30FEBA91-A2C3-47E9-B7A3-C328F827C971}" srcOrd="1" destOrd="0" presId="urn:microsoft.com/office/officeart/2018/5/layout/IconLeafLabelList"/>
    <dgm:cxn modelId="{970BA610-2655-4EBA-BD0C-D9304F806B6E}" type="presParOf" srcId="{138B4914-D285-4BDE-B590-587D082B5ECB}" destId="{1395C936-04AB-4727-A7E4-1E7AF281F28C}" srcOrd="2" destOrd="0" presId="urn:microsoft.com/office/officeart/2018/5/layout/IconLeafLabelList"/>
    <dgm:cxn modelId="{3B1309D9-8C1B-42EE-96AE-10289705F15F}" type="presParOf" srcId="{138B4914-D285-4BDE-B590-587D082B5ECB}" destId="{1190AB17-859F-4124-A2F9-875429E62546}" srcOrd="3" destOrd="0" presId="urn:microsoft.com/office/officeart/2018/5/layout/IconLeafLabelList"/>
    <dgm:cxn modelId="{32B9C902-C054-4EC9-B2A5-9D4213EE6E14}" type="presParOf" srcId="{88AFF073-D1CC-4256-A746-4D3BFC646F6E}" destId="{9A259C00-0993-4CC2-AFA5-01AD0468C0A5}" srcOrd="13" destOrd="0" presId="urn:microsoft.com/office/officeart/2018/5/layout/IconLeafLabelList"/>
    <dgm:cxn modelId="{CF14CB06-F7CB-49B4-9C5D-53EEC1B575B8}" type="presParOf" srcId="{88AFF073-D1CC-4256-A746-4D3BFC646F6E}" destId="{CD5A44D4-C3DC-40BD-9610-54F47D425504}" srcOrd="14" destOrd="0" presId="urn:microsoft.com/office/officeart/2018/5/layout/IconLeafLabelList"/>
    <dgm:cxn modelId="{1F085C19-C3A5-4EE7-B0D9-69D2FBE0E959}" type="presParOf" srcId="{CD5A44D4-C3DC-40BD-9610-54F47D425504}" destId="{B498BBDF-9BCD-40EF-AEEA-1ACB56B47829}" srcOrd="0" destOrd="0" presId="urn:microsoft.com/office/officeart/2018/5/layout/IconLeafLabelList"/>
    <dgm:cxn modelId="{592E0DFF-FD43-4563-ABEA-5E7DE3F72DC7}" type="presParOf" srcId="{CD5A44D4-C3DC-40BD-9610-54F47D425504}" destId="{FAD6807F-91E0-4061-A156-406E572BBDFC}" srcOrd="1" destOrd="0" presId="urn:microsoft.com/office/officeart/2018/5/layout/IconLeafLabelList"/>
    <dgm:cxn modelId="{D285090D-0263-4D09-A301-134923708A41}" type="presParOf" srcId="{CD5A44D4-C3DC-40BD-9610-54F47D425504}" destId="{358A6BDB-FA7E-4374-A368-4DCA05F375A2}" srcOrd="2" destOrd="0" presId="urn:microsoft.com/office/officeart/2018/5/layout/IconLeafLabelList"/>
    <dgm:cxn modelId="{EA67929B-5613-4768-88AA-A104B2F65387}" type="presParOf" srcId="{CD5A44D4-C3DC-40BD-9610-54F47D425504}" destId="{2F109510-3545-4E67-BCB3-B78AB7D77A13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891E927-11FB-494C-B547-1C3FD66175A6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A9018E1F-1155-4EE8-B0AE-BF9E78AA5AEC}">
      <dgm:prSet/>
      <dgm:spPr/>
      <dgm:t>
        <a:bodyPr/>
        <a:lstStyle/>
        <a:p>
          <a:r>
            <a:rPr lang="fr-FR"/>
            <a:t>Objectifs atteints </a:t>
          </a:r>
          <a:endParaRPr lang="en-US"/>
        </a:p>
      </dgm:t>
    </dgm:pt>
    <dgm:pt modelId="{08F0CB78-22A0-40A3-BDBD-B900A1BB6DF0}" type="parTrans" cxnId="{88D5AFAC-2B2D-4FBC-88DF-4DF3F9A626D1}">
      <dgm:prSet/>
      <dgm:spPr/>
      <dgm:t>
        <a:bodyPr/>
        <a:lstStyle/>
        <a:p>
          <a:endParaRPr lang="en-US"/>
        </a:p>
      </dgm:t>
    </dgm:pt>
    <dgm:pt modelId="{D06089DA-4B0F-49AA-BBD6-4A9C0CE014F6}" type="sibTrans" cxnId="{88D5AFAC-2B2D-4FBC-88DF-4DF3F9A626D1}">
      <dgm:prSet/>
      <dgm:spPr/>
      <dgm:t>
        <a:bodyPr/>
        <a:lstStyle/>
        <a:p>
          <a:endParaRPr lang="en-US"/>
        </a:p>
      </dgm:t>
    </dgm:pt>
    <dgm:pt modelId="{F58F051C-A624-4CE8-9DF3-04C2A15C177A}">
      <dgm:prSet/>
      <dgm:spPr/>
      <dgm:t>
        <a:bodyPr/>
        <a:lstStyle/>
        <a:p>
          <a:r>
            <a:rPr lang="fr-FR"/>
            <a:t>Optimisation restante</a:t>
          </a:r>
          <a:endParaRPr lang="en-US"/>
        </a:p>
      </dgm:t>
    </dgm:pt>
    <dgm:pt modelId="{D0CFCEE7-5DFB-4A81-96C7-472E0C20E2E9}" type="parTrans" cxnId="{49E16005-E940-4389-9616-A94D830875CF}">
      <dgm:prSet/>
      <dgm:spPr/>
      <dgm:t>
        <a:bodyPr/>
        <a:lstStyle/>
        <a:p>
          <a:endParaRPr lang="en-US"/>
        </a:p>
      </dgm:t>
    </dgm:pt>
    <dgm:pt modelId="{79771AE6-A9C7-42F4-9525-6B40748DAEE1}" type="sibTrans" cxnId="{49E16005-E940-4389-9616-A94D830875CF}">
      <dgm:prSet/>
      <dgm:spPr/>
      <dgm:t>
        <a:bodyPr/>
        <a:lstStyle/>
        <a:p>
          <a:endParaRPr lang="en-US"/>
        </a:p>
      </dgm:t>
    </dgm:pt>
    <dgm:pt modelId="{BC0796AB-004B-4D3F-BA09-192294A36A8A}">
      <dgm:prSet/>
      <dgm:spPr/>
      <dgm:t>
        <a:bodyPr/>
        <a:lstStyle/>
        <a:p>
          <a:r>
            <a:rPr lang="fr-FR"/>
            <a:t>Compétence acquise</a:t>
          </a:r>
          <a:endParaRPr lang="en-US"/>
        </a:p>
      </dgm:t>
    </dgm:pt>
    <dgm:pt modelId="{27780910-5B7A-4B79-8129-7957A3AEE59C}" type="parTrans" cxnId="{840B13DA-FA05-4ED8-BE8C-BCDE1BBF66E2}">
      <dgm:prSet/>
      <dgm:spPr/>
      <dgm:t>
        <a:bodyPr/>
        <a:lstStyle/>
        <a:p>
          <a:endParaRPr lang="en-US"/>
        </a:p>
      </dgm:t>
    </dgm:pt>
    <dgm:pt modelId="{D0C026D2-3C17-4F80-8F60-EEF18C932F6A}" type="sibTrans" cxnId="{840B13DA-FA05-4ED8-BE8C-BCDE1BBF66E2}">
      <dgm:prSet/>
      <dgm:spPr/>
      <dgm:t>
        <a:bodyPr/>
        <a:lstStyle/>
        <a:p>
          <a:endParaRPr lang="en-US"/>
        </a:p>
      </dgm:t>
    </dgm:pt>
    <dgm:pt modelId="{CFE4002C-A644-4CB2-950C-B99BCAB94262}">
      <dgm:prSet/>
      <dgm:spPr/>
      <dgm:t>
        <a:bodyPr/>
        <a:lstStyle/>
        <a:p>
          <a:r>
            <a:rPr lang="fr-FR"/>
            <a:t>Suite du projet</a:t>
          </a:r>
          <a:endParaRPr lang="en-US"/>
        </a:p>
      </dgm:t>
    </dgm:pt>
    <dgm:pt modelId="{CC6F988E-27BE-4EB7-80ED-8B68A91EF9D2}" type="parTrans" cxnId="{49D11FD9-535F-449F-BB16-9DE10837B5AC}">
      <dgm:prSet/>
      <dgm:spPr/>
      <dgm:t>
        <a:bodyPr/>
        <a:lstStyle/>
        <a:p>
          <a:endParaRPr lang="en-US"/>
        </a:p>
      </dgm:t>
    </dgm:pt>
    <dgm:pt modelId="{419255C6-CC12-47BD-BC68-87F4ADF6C70F}" type="sibTrans" cxnId="{49D11FD9-535F-449F-BB16-9DE10837B5AC}">
      <dgm:prSet/>
      <dgm:spPr/>
      <dgm:t>
        <a:bodyPr/>
        <a:lstStyle/>
        <a:p>
          <a:endParaRPr lang="en-US"/>
        </a:p>
      </dgm:t>
    </dgm:pt>
    <dgm:pt modelId="{BE1A5A32-928C-40AB-A843-5871A6E66D2F}" type="pres">
      <dgm:prSet presAssocID="{C891E927-11FB-494C-B547-1C3FD66175A6}" presName="root" presStyleCnt="0">
        <dgm:presLayoutVars>
          <dgm:dir/>
          <dgm:resizeHandles val="exact"/>
        </dgm:presLayoutVars>
      </dgm:prSet>
      <dgm:spPr/>
    </dgm:pt>
    <dgm:pt modelId="{25CFB61C-0517-4000-969A-A87A64F3B2B3}" type="pres">
      <dgm:prSet presAssocID="{A9018E1F-1155-4EE8-B0AE-BF9E78AA5AEC}" presName="compNode" presStyleCnt="0"/>
      <dgm:spPr/>
    </dgm:pt>
    <dgm:pt modelId="{43A11C9A-4853-4539-A30D-8A3F97F30A05}" type="pres">
      <dgm:prSet presAssocID="{A9018E1F-1155-4EE8-B0AE-BF9E78AA5AEC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ille"/>
        </a:ext>
      </dgm:extLst>
    </dgm:pt>
    <dgm:pt modelId="{D3D84A04-607A-41D2-866E-367B41D7960D}" type="pres">
      <dgm:prSet presAssocID="{A9018E1F-1155-4EE8-B0AE-BF9E78AA5AEC}" presName="spaceRect" presStyleCnt="0"/>
      <dgm:spPr/>
    </dgm:pt>
    <dgm:pt modelId="{DE5306D8-848E-4566-A175-192931C01A64}" type="pres">
      <dgm:prSet presAssocID="{A9018E1F-1155-4EE8-B0AE-BF9E78AA5AEC}" presName="textRect" presStyleLbl="revTx" presStyleIdx="0" presStyleCnt="4">
        <dgm:presLayoutVars>
          <dgm:chMax val="1"/>
          <dgm:chPref val="1"/>
        </dgm:presLayoutVars>
      </dgm:prSet>
      <dgm:spPr/>
    </dgm:pt>
    <dgm:pt modelId="{CD635184-70FD-4B42-9213-531DB5CA6674}" type="pres">
      <dgm:prSet presAssocID="{D06089DA-4B0F-49AA-BBD6-4A9C0CE014F6}" presName="sibTrans" presStyleCnt="0"/>
      <dgm:spPr/>
    </dgm:pt>
    <dgm:pt modelId="{9A454124-2DC2-4DA8-B69C-DADD7EA6BE83}" type="pres">
      <dgm:prSet presAssocID="{F58F051C-A624-4CE8-9DF3-04C2A15C177A}" presName="compNode" presStyleCnt="0"/>
      <dgm:spPr/>
    </dgm:pt>
    <dgm:pt modelId="{0BDE9829-9737-4D2A-B3F6-F4458B2B3E37}" type="pres">
      <dgm:prSet presAssocID="{F58F051C-A624-4CE8-9DF3-04C2A15C177A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ngrenages"/>
        </a:ext>
      </dgm:extLst>
    </dgm:pt>
    <dgm:pt modelId="{B489E3AA-19F1-4BF9-AF94-41BB1655FF86}" type="pres">
      <dgm:prSet presAssocID="{F58F051C-A624-4CE8-9DF3-04C2A15C177A}" presName="spaceRect" presStyleCnt="0"/>
      <dgm:spPr/>
    </dgm:pt>
    <dgm:pt modelId="{C85142EC-38B6-4F41-BF74-E763F450B8AE}" type="pres">
      <dgm:prSet presAssocID="{F58F051C-A624-4CE8-9DF3-04C2A15C177A}" presName="textRect" presStyleLbl="revTx" presStyleIdx="1" presStyleCnt="4">
        <dgm:presLayoutVars>
          <dgm:chMax val="1"/>
          <dgm:chPref val="1"/>
        </dgm:presLayoutVars>
      </dgm:prSet>
      <dgm:spPr/>
    </dgm:pt>
    <dgm:pt modelId="{61E2E376-97AB-4B8E-BA3F-2D03485D8945}" type="pres">
      <dgm:prSet presAssocID="{79771AE6-A9C7-42F4-9525-6B40748DAEE1}" presName="sibTrans" presStyleCnt="0"/>
      <dgm:spPr/>
    </dgm:pt>
    <dgm:pt modelId="{8CF5E0C5-35AF-4C65-88E9-B2B46CDED1C4}" type="pres">
      <dgm:prSet presAssocID="{BC0796AB-004B-4D3F-BA09-192294A36A8A}" presName="compNode" presStyleCnt="0"/>
      <dgm:spPr/>
    </dgm:pt>
    <dgm:pt modelId="{97647F59-EC8B-477D-A79C-8FF8A1F729B7}" type="pres">
      <dgm:prSet presAssocID="{BC0796AB-004B-4D3F-BA09-192294A36A8A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cales of Justice"/>
        </a:ext>
      </dgm:extLst>
    </dgm:pt>
    <dgm:pt modelId="{B82885EA-8064-41E3-9CC5-98C1CDB02128}" type="pres">
      <dgm:prSet presAssocID="{BC0796AB-004B-4D3F-BA09-192294A36A8A}" presName="spaceRect" presStyleCnt="0"/>
      <dgm:spPr/>
    </dgm:pt>
    <dgm:pt modelId="{99C1C1E3-2C0B-4C55-A744-E9BAEF1D6B31}" type="pres">
      <dgm:prSet presAssocID="{BC0796AB-004B-4D3F-BA09-192294A36A8A}" presName="textRect" presStyleLbl="revTx" presStyleIdx="2" presStyleCnt="4">
        <dgm:presLayoutVars>
          <dgm:chMax val="1"/>
          <dgm:chPref val="1"/>
        </dgm:presLayoutVars>
      </dgm:prSet>
      <dgm:spPr/>
    </dgm:pt>
    <dgm:pt modelId="{3E483744-7DFE-48FB-9D06-68ABB67A1552}" type="pres">
      <dgm:prSet presAssocID="{D0C026D2-3C17-4F80-8F60-EEF18C932F6A}" presName="sibTrans" presStyleCnt="0"/>
      <dgm:spPr/>
    </dgm:pt>
    <dgm:pt modelId="{F43A3803-6E69-4701-880F-2B85BF9B73DB}" type="pres">
      <dgm:prSet presAssocID="{CFE4002C-A644-4CB2-950C-B99BCAB94262}" presName="compNode" presStyleCnt="0"/>
      <dgm:spPr/>
    </dgm:pt>
    <dgm:pt modelId="{39F90450-D1E3-400D-9496-36A6014E29A9}" type="pres">
      <dgm:prSet presAssocID="{CFE4002C-A644-4CB2-950C-B99BCAB94262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che"/>
        </a:ext>
      </dgm:extLst>
    </dgm:pt>
    <dgm:pt modelId="{6FB1FAE3-C9F1-4B45-A2D3-D3CB48C4EC97}" type="pres">
      <dgm:prSet presAssocID="{CFE4002C-A644-4CB2-950C-B99BCAB94262}" presName="spaceRect" presStyleCnt="0"/>
      <dgm:spPr/>
    </dgm:pt>
    <dgm:pt modelId="{D20E276A-6333-43C4-B999-3A34D53B6E8E}" type="pres">
      <dgm:prSet presAssocID="{CFE4002C-A644-4CB2-950C-B99BCAB94262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49E16005-E940-4389-9616-A94D830875CF}" srcId="{C891E927-11FB-494C-B547-1C3FD66175A6}" destId="{F58F051C-A624-4CE8-9DF3-04C2A15C177A}" srcOrd="1" destOrd="0" parTransId="{D0CFCEE7-5DFB-4A81-96C7-472E0C20E2E9}" sibTransId="{79771AE6-A9C7-42F4-9525-6B40748DAEE1}"/>
    <dgm:cxn modelId="{E9F2C527-A4D0-45F4-82F5-BF122155EA9A}" type="presOf" srcId="{C891E927-11FB-494C-B547-1C3FD66175A6}" destId="{BE1A5A32-928C-40AB-A843-5871A6E66D2F}" srcOrd="0" destOrd="0" presId="urn:microsoft.com/office/officeart/2018/2/layout/IconLabelList"/>
    <dgm:cxn modelId="{7C30EF5D-8F4B-4703-AF56-2FC2B7707478}" type="presOf" srcId="{F58F051C-A624-4CE8-9DF3-04C2A15C177A}" destId="{C85142EC-38B6-4F41-BF74-E763F450B8AE}" srcOrd="0" destOrd="0" presId="urn:microsoft.com/office/officeart/2018/2/layout/IconLabelList"/>
    <dgm:cxn modelId="{85A97B45-D1D7-4332-9413-88730B1459F0}" type="presOf" srcId="{A9018E1F-1155-4EE8-B0AE-BF9E78AA5AEC}" destId="{DE5306D8-848E-4566-A175-192931C01A64}" srcOrd="0" destOrd="0" presId="urn:microsoft.com/office/officeart/2018/2/layout/IconLabelList"/>
    <dgm:cxn modelId="{A784DA51-EC1E-4DCA-A970-FE9BF82E986C}" type="presOf" srcId="{CFE4002C-A644-4CB2-950C-B99BCAB94262}" destId="{D20E276A-6333-43C4-B999-3A34D53B6E8E}" srcOrd="0" destOrd="0" presId="urn:microsoft.com/office/officeart/2018/2/layout/IconLabelList"/>
    <dgm:cxn modelId="{915026AB-2B6E-4695-921A-76BE862CB1BB}" type="presOf" srcId="{BC0796AB-004B-4D3F-BA09-192294A36A8A}" destId="{99C1C1E3-2C0B-4C55-A744-E9BAEF1D6B31}" srcOrd="0" destOrd="0" presId="urn:microsoft.com/office/officeart/2018/2/layout/IconLabelList"/>
    <dgm:cxn modelId="{88D5AFAC-2B2D-4FBC-88DF-4DF3F9A626D1}" srcId="{C891E927-11FB-494C-B547-1C3FD66175A6}" destId="{A9018E1F-1155-4EE8-B0AE-BF9E78AA5AEC}" srcOrd="0" destOrd="0" parTransId="{08F0CB78-22A0-40A3-BDBD-B900A1BB6DF0}" sibTransId="{D06089DA-4B0F-49AA-BBD6-4A9C0CE014F6}"/>
    <dgm:cxn modelId="{49D11FD9-535F-449F-BB16-9DE10837B5AC}" srcId="{C891E927-11FB-494C-B547-1C3FD66175A6}" destId="{CFE4002C-A644-4CB2-950C-B99BCAB94262}" srcOrd="3" destOrd="0" parTransId="{CC6F988E-27BE-4EB7-80ED-8B68A91EF9D2}" sibTransId="{419255C6-CC12-47BD-BC68-87F4ADF6C70F}"/>
    <dgm:cxn modelId="{840B13DA-FA05-4ED8-BE8C-BCDE1BBF66E2}" srcId="{C891E927-11FB-494C-B547-1C3FD66175A6}" destId="{BC0796AB-004B-4D3F-BA09-192294A36A8A}" srcOrd="2" destOrd="0" parTransId="{27780910-5B7A-4B79-8129-7957A3AEE59C}" sibTransId="{D0C026D2-3C17-4F80-8F60-EEF18C932F6A}"/>
    <dgm:cxn modelId="{85DB1CF1-0D91-4652-B5AA-F7FC8C22BAFC}" type="presParOf" srcId="{BE1A5A32-928C-40AB-A843-5871A6E66D2F}" destId="{25CFB61C-0517-4000-969A-A87A64F3B2B3}" srcOrd="0" destOrd="0" presId="urn:microsoft.com/office/officeart/2018/2/layout/IconLabelList"/>
    <dgm:cxn modelId="{75A537FA-1D6F-4651-93C6-2E0F81F20643}" type="presParOf" srcId="{25CFB61C-0517-4000-969A-A87A64F3B2B3}" destId="{43A11C9A-4853-4539-A30D-8A3F97F30A05}" srcOrd="0" destOrd="0" presId="urn:microsoft.com/office/officeart/2018/2/layout/IconLabelList"/>
    <dgm:cxn modelId="{3BC480A4-B16A-4CC9-97D7-3D08668D646B}" type="presParOf" srcId="{25CFB61C-0517-4000-969A-A87A64F3B2B3}" destId="{D3D84A04-607A-41D2-866E-367B41D7960D}" srcOrd="1" destOrd="0" presId="urn:microsoft.com/office/officeart/2018/2/layout/IconLabelList"/>
    <dgm:cxn modelId="{D720A953-9A2D-4722-A81D-D3DE138E4668}" type="presParOf" srcId="{25CFB61C-0517-4000-969A-A87A64F3B2B3}" destId="{DE5306D8-848E-4566-A175-192931C01A64}" srcOrd="2" destOrd="0" presId="urn:microsoft.com/office/officeart/2018/2/layout/IconLabelList"/>
    <dgm:cxn modelId="{E7FC392C-C7DD-46BD-8FF0-8D769630C4F7}" type="presParOf" srcId="{BE1A5A32-928C-40AB-A843-5871A6E66D2F}" destId="{CD635184-70FD-4B42-9213-531DB5CA6674}" srcOrd="1" destOrd="0" presId="urn:microsoft.com/office/officeart/2018/2/layout/IconLabelList"/>
    <dgm:cxn modelId="{DDA4107A-FDBC-4861-99D1-B008D9D9B37F}" type="presParOf" srcId="{BE1A5A32-928C-40AB-A843-5871A6E66D2F}" destId="{9A454124-2DC2-4DA8-B69C-DADD7EA6BE83}" srcOrd="2" destOrd="0" presId="urn:microsoft.com/office/officeart/2018/2/layout/IconLabelList"/>
    <dgm:cxn modelId="{A52D8B59-08D5-4FC3-8115-F6DF60100D46}" type="presParOf" srcId="{9A454124-2DC2-4DA8-B69C-DADD7EA6BE83}" destId="{0BDE9829-9737-4D2A-B3F6-F4458B2B3E37}" srcOrd="0" destOrd="0" presId="urn:microsoft.com/office/officeart/2018/2/layout/IconLabelList"/>
    <dgm:cxn modelId="{1BCE0F47-BED5-4895-9F1D-E8CC4FDB4D1F}" type="presParOf" srcId="{9A454124-2DC2-4DA8-B69C-DADD7EA6BE83}" destId="{B489E3AA-19F1-4BF9-AF94-41BB1655FF86}" srcOrd="1" destOrd="0" presId="urn:microsoft.com/office/officeart/2018/2/layout/IconLabelList"/>
    <dgm:cxn modelId="{1048A2A8-D333-48B2-AD64-E8C657BB02BE}" type="presParOf" srcId="{9A454124-2DC2-4DA8-B69C-DADD7EA6BE83}" destId="{C85142EC-38B6-4F41-BF74-E763F450B8AE}" srcOrd="2" destOrd="0" presId="urn:microsoft.com/office/officeart/2018/2/layout/IconLabelList"/>
    <dgm:cxn modelId="{5F72FAD5-A1E8-4A15-B96C-85527B130309}" type="presParOf" srcId="{BE1A5A32-928C-40AB-A843-5871A6E66D2F}" destId="{61E2E376-97AB-4B8E-BA3F-2D03485D8945}" srcOrd="3" destOrd="0" presId="urn:microsoft.com/office/officeart/2018/2/layout/IconLabelList"/>
    <dgm:cxn modelId="{F6FDED70-0B5B-4A0A-AB20-13401CB7F1A2}" type="presParOf" srcId="{BE1A5A32-928C-40AB-A843-5871A6E66D2F}" destId="{8CF5E0C5-35AF-4C65-88E9-B2B46CDED1C4}" srcOrd="4" destOrd="0" presId="urn:microsoft.com/office/officeart/2018/2/layout/IconLabelList"/>
    <dgm:cxn modelId="{1652DCA2-44C4-4F59-A56F-8952132556B1}" type="presParOf" srcId="{8CF5E0C5-35AF-4C65-88E9-B2B46CDED1C4}" destId="{97647F59-EC8B-477D-A79C-8FF8A1F729B7}" srcOrd="0" destOrd="0" presId="urn:microsoft.com/office/officeart/2018/2/layout/IconLabelList"/>
    <dgm:cxn modelId="{8489E3D9-1E84-4791-9444-D7E6BC479E9C}" type="presParOf" srcId="{8CF5E0C5-35AF-4C65-88E9-B2B46CDED1C4}" destId="{B82885EA-8064-41E3-9CC5-98C1CDB02128}" srcOrd="1" destOrd="0" presId="urn:microsoft.com/office/officeart/2018/2/layout/IconLabelList"/>
    <dgm:cxn modelId="{84BBD1C4-E875-4B17-8366-48A032152241}" type="presParOf" srcId="{8CF5E0C5-35AF-4C65-88E9-B2B46CDED1C4}" destId="{99C1C1E3-2C0B-4C55-A744-E9BAEF1D6B31}" srcOrd="2" destOrd="0" presId="urn:microsoft.com/office/officeart/2018/2/layout/IconLabelList"/>
    <dgm:cxn modelId="{02BB36FC-A4EF-4A95-A011-35D5AA74FCBA}" type="presParOf" srcId="{BE1A5A32-928C-40AB-A843-5871A6E66D2F}" destId="{3E483744-7DFE-48FB-9D06-68ABB67A1552}" srcOrd="5" destOrd="0" presId="urn:microsoft.com/office/officeart/2018/2/layout/IconLabelList"/>
    <dgm:cxn modelId="{C11EDE98-D1E9-4CC7-BAB2-C4A0FDA6E950}" type="presParOf" srcId="{BE1A5A32-928C-40AB-A843-5871A6E66D2F}" destId="{F43A3803-6E69-4701-880F-2B85BF9B73DB}" srcOrd="6" destOrd="0" presId="urn:microsoft.com/office/officeart/2018/2/layout/IconLabelList"/>
    <dgm:cxn modelId="{EBEBD6CD-82EA-47FB-80F8-D9DE62808538}" type="presParOf" srcId="{F43A3803-6E69-4701-880F-2B85BF9B73DB}" destId="{39F90450-D1E3-400D-9496-36A6014E29A9}" srcOrd="0" destOrd="0" presId="urn:microsoft.com/office/officeart/2018/2/layout/IconLabelList"/>
    <dgm:cxn modelId="{7EC9D6DA-F2A4-471D-A263-997CD1702853}" type="presParOf" srcId="{F43A3803-6E69-4701-880F-2B85BF9B73DB}" destId="{6FB1FAE3-C9F1-4B45-A2D3-D3CB48C4EC97}" srcOrd="1" destOrd="0" presId="urn:microsoft.com/office/officeart/2018/2/layout/IconLabelList"/>
    <dgm:cxn modelId="{5FA9A4A5-BD82-4AEB-8433-569B88CDF082}" type="presParOf" srcId="{F43A3803-6E69-4701-880F-2B85BF9B73DB}" destId="{D20E276A-6333-43C4-B999-3A34D53B6E8E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FE9262-7538-4256-B016-A6CD33BD9D29}">
      <dsp:nvSpPr>
        <dsp:cNvPr id="0" name=""/>
        <dsp:cNvSpPr/>
      </dsp:nvSpPr>
      <dsp:spPr>
        <a:xfrm>
          <a:off x="334178" y="211"/>
          <a:ext cx="965039" cy="965039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5C9C953-D134-41BC-9610-C1E15AAC06BB}">
      <dsp:nvSpPr>
        <dsp:cNvPr id="0" name=""/>
        <dsp:cNvSpPr/>
      </dsp:nvSpPr>
      <dsp:spPr>
        <a:xfrm>
          <a:off x="539842" y="205875"/>
          <a:ext cx="553710" cy="55371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CB5E14-4F74-4AC3-BF5C-5036A1428F1B}">
      <dsp:nvSpPr>
        <dsp:cNvPr id="0" name=""/>
        <dsp:cNvSpPr/>
      </dsp:nvSpPr>
      <dsp:spPr>
        <a:xfrm>
          <a:off x="25682" y="1265836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fr-FR" sz="1400" kern="1200" dirty="0"/>
            <a:t>Contexte / Problématique</a:t>
          </a:r>
          <a:endParaRPr lang="en-US" sz="1400" kern="1200" dirty="0"/>
        </a:p>
      </dsp:txBody>
      <dsp:txXfrm>
        <a:off x="25682" y="1265836"/>
        <a:ext cx="1582031" cy="632812"/>
      </dsp:txXfrm>
    </dsp:sp>
    <dsp:sp modelId="{EB9F2A92-F5AD-4FCB-BDD2-5B444A42F3B9}">
      <dsp:nvSpPr>
        <dsp:cNvPr id="0" name=""/>
        <dsp:cNvSpPr/>
      </dsp:nvSpPr>
      <dsp:spPr>
        <a:xfrm>
          <a:off x="2193064" y="211"/>
          <a:ext cx="965039" cy="965039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645B3C8-A5BD-4F67-8DC4-A9E855A2AF9C}">
      <dsp:nvSpPr>
        <dsp:cNvPr id="0" name=""/>
        <dsp:cNvSpPr/>
      </dsp:nvSpPr>
      <dsp:spPr>
        <a:xfrm>
          <a:off x="2398728" y="205875"/>
          <a:ext cx="553710" cy="55371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460508-255B-4CA5-B7B8-9F8E9F87342D}">
      <dsp:nvSpPr>
        <dsp:cNvPr id="0" name=""/>
        <dsp:cNvSpPr/>
      </dsp:nvSpPr>
      <dsp:spPr>
        <a:xfrm>
          <a:off x="1884568" y="1265836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fr-FR" sz="1400" kern="1200"/>
            <a:t>Objectifs du projet</a:t>
          </a:r>
          <a:endParaRPr lang="en-US" sz="1400" kern="1200"/>
        </a:p>
      </dsp:txBody>
      <dsp:txXfrm>
        <a:off x="1884568" y="1265836"/>
        <a:ext cx="1582031" cy="632812"/>
      </dsp:txXfrm>
    </dsp:sp>
    <dsp:sp modelId="{6F91E490-6B46-4A5A-95A0-5B8E440C8DDA}">
      <dsp:nvSpPr>
        <dsp:cNvPr id="0" name=""/>
        <dsp:cNvSpPr/>
      </dsp:nvSpPr>
      <dsp:spPr>
        <a:xfrm>
          <a:off x="4051951" y="211"/>
          <a:ext cx="965039" cy="965039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059F916-123F-4AD0-A092-882BDC12E130}">
      <dsp:nvSpPr>
        <dsp:cNvPr id="0" name=""/>
        <dsp:cNvSpPr/>
      </dsp:nvSpPr>
      <dsp:spPr>
        <a:xfrm>
          <a:off x="4257615" y="205875"/>
          <a:ext cx="553710" cy="55371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5580C3-78B3-4096-A6DD-D9F7BF84045E}">
      <dsp:nvSpPr>
        <dsp:cNvPr id="0" name=""/>
        <dsp:cNvSpPr/>
      </dsp:nvSpPr>
      <dsp:spPr>
        <a:xfrm>
          <a:off x="3743455" y="1265836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fr-FR" sz="1400" kern="1200"/>
            <a:t>Architecture générale </a:t>
          </a:r>
          <a:endParaRPr lang="en-US" sz="1400" kern="1200"/>
        </a:p>
      </dsp:txBody>
      <dsp:txXfrm>
        <a:off x="3743455" y="1265836"/>
        <a:ext cx="1582031" cy="632812"/>
      </dsp:txXfrm>
    </dsp:sp>
    <dsp:sp modelId="{5FF856A8-8715-453D-A476-D255BE030424}">
      <dsp:nvSpPr>
        <dsp:cNvPr id="0" name=""/>
        <dsp:cNvSpPr/>
      </dsp:nvSpPr>
      <dsp:spPr>
        <a:xfrm>
          <a:off x="5910838" y="211"/>
          <a:ext cx="965039" cy="965039"/>
        </a:xfrm>
        <a:prstGeom prst="round2DiagRect">
          <a:avLst>
            <a:gd name="adj1" fmla="val 29727"/>
            <a:gd name="adj2" fmla="val 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926A4D1-BCAF-45BB-9154-A058057C9CEF}">
      <dsp:nvSpPr>
        <dsp:cNvPr id="0" name=""/>
        <dsp:cNvSpPr/>
      </dsp:nvSpPr>
      <dsp:spPr>
        <a:xfrm>
          <a:off x="6116502" y="205875"/>
          <a:ext cx="553710" cy="55371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8FB330A-D8D4-41ED-8B84-CB97D8F65850}">
      <dsp:nvSpPr>
        <dsp:cNvPr id="0" name=""/>
        <dsp:cNvSpPr/>
      </dsp:nvSpPr>
      <dsp:spPr>
        <a:xfrm>
          <a:off x="5602342" y="1265836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fr-FR" sz="1400" kern="1200"/>
            <a:t>Technologie Utilisées</a:t>
          </a:r>
          <a:endParaRPr lang="en-US" sz="1400" kern="1200"/>
        </a:p>
      </dsp:txBody>
      <dsp:txXfrm>
        <a:off x="5602342" y="1265836"/>
        <a:ext cx="1582031" cy="632812"/>
      </dsp:txXfrm>
    </dsp:sp>
    <dsp:sp modelId="{11407F5D-C191-47F0-AD9E-29E20A5C34A0}">
      <dsp:nvSpPr>
        <dsp:cNvPr id="0" name=""/>
        <dsp:cNvSpPr/>
      </dsp:nvSpPr>
      <dsp:spPr>
        <a:xfrm>
          <a:off x="7769725" y="211"/>
          <a:ext cx="965039" cy="965039"/>
        </a:xfrm>
        <a:prstGeom prst="round2DiagRect">
          <a:avLst>
            <a:gd name="adj1" fmla="val 29727"/>
            <a:gd name="adj2" fmla="val 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F9C13B5-9D4F-497D-B67D-97F7E400E635}">
      <dsp:nvSpPr>
        <dsp:cNvPr id="0" name=""/>
        <dsp:cNvSpPr/>
      </dsp:nvSpPr>
      <dsp:spPr>
        <a:xfrm>
          <a:off x="7975389" y="205875"/>
          <a:ext cx="553710" cy="55371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E4B968-8A3D-43E6-B5DB-79860F95B503}">
      <dsp:nvSpPr>
        <dsp:cNvPr id="0" name=""/>
        <dsp:cNvSpPr/>
      </dsp:nvSpPr>
      <dsp:spPr>
        <a:xfrm>
          <a:off x="7461228" y="1265836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fr-FR" sz="1400" kern="1200"/>
            <a:t>Fonctionnement de l’application</a:t>
          </a:r>
          <a:endParaRPr lang="en-US" sz="1400" kern="1200"/>
        </a:p>
      </dsp:txBody>
      <dsp:txXfrm>
        <a:off x="7461228" y="1265836"/>
        <a:ext cx="1582031" cy="632812"/>
      </dsp:txXfrm>
    </dsp:sp>
    <dsp:sp modelId="{84AEF40C-2156-4FD7-A423-A4BB2D3A4C46}">
      <dsp:nvSpPr>
        <dsp:cNvPr id="0" name=""/>
        <dsp:cNvSpPr/>
      </dsp:nvSpPr>
      <dsp:spPr>
        <a:xfrm>
          <a:off x="9628611" y="211"/>
          <a:ext cx="965039" cy="965039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5A688AF-E97E-4EBD-BDB2-20B1BE4CE991}">
      <dsp:nvSpPr>
        <dsp:cNvPr id="0" name=""/>
        <dsp:cNvSpPr/>
      </dsp:nvSpPr>
      <dsp:spPr>
        <a:xfrm>
          <a:off x="9834275" y="205875"/>
          <a:ext cx="553710" cy="55371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5103835-84E1-42A0-9EE6-CA0812BA568B}">
      <dsp:nvSpPr>
        <dsp:cNvPr id="0" name=""/>
        <dsp:cNvSpPr/>
      </dsp:nvSpPr>
      <dsp:spPr>
        <a:xfrm>
          <a:off x="9320115" y="1265836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fr-FR" sz="1400" kern="1200"/>
            <a:t>Interface utilisateur</a:t>
          </a:r>
          <a:endParaRPr lang="en-US" sz="1400" kern="1200"/>
        </a:p>
      </dsp:txBody>
      <dsp:txXfrm>
        <a:off x="9320115" y="1265836"/>
        <a:ext cx="1582031" cy="632812"/>
      </dsp:txXfrm>
    </dsp:sp>
    <dsp:sp modelId="{D5EAC35C-1B3D-4185-B381-141F84039FB0}">
      <dsp:nvSpPr>
        <dsp:cNvPr id="0" name=""/>
        <dsp:cNvSpPr/>
      </dsp:nvSpPr>
      <dsp:spPr>
        <a:xfrm>
          <a:off x="4051951" y="2294156"/>
          <a:ext cx="965039" cy="965039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0FEBA91-A2C3-47E9-B7A3-C328F827C971}">
      <dsp:nvSpPr>
        <dsp:cNvPr id="0" name=""/>
        <dsp:cNvSpPr/>
      </dsp:nvSpPr>
      <dsp:spPr>
        <a:xfrm>
          <a:off x="4257615" y="2499820"/>
          <a:ext cx="553710" cy="55371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90AB17-859F-4124-A2F9-875429E62546}">
      <dsp:nvSpPr>
        <dsp:cNvPr id="0" name=""/>
        <dsp:cNvSpPr/>
      </dsp:nvSpPr>
      <dsp:spPr>
        <a:xfrm>
          <a:off x="3743455" y="3559781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fr-FR" sz="1400" kern="1200"/>
            <a:t>Difficultés rencontrées</a:t>
          </a:r>
          <a:endParaRPr lang="en-US" sz="1400" kern="1200"/>
        </a:p>
      </dsp:txBody>
      <dsp:txXfrm>
        <a:off x="3743455" y="3559781"/>
        <a:ext cx="1582031" cy="632812"/>
      </dsp:txXfrm>
    </dsp:sp>
    <dsp:sp modelId="{B498BBDF-9BCD-40EF-AEEA-1ACB56B47829}">
      <dsp:nvSpPr>
        <dsp:cNvPr id="0" name=""/>
        <dsp:cNvSpPr/>
      </dsp:nvSpPr>
      <dsp:spPr>
        <a:xfrm>
          <a:off x="5910838" y="2294156"/>
          <a:ext cx="965039" cy="965039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D6807F-91E0-4061-A156-406E572BBDFC}">
      <dsp:nvSpPr>
        <dsp:cNvPr id="0" name=""/>
        <dsp:cNvSpPr/>
      </dsp:nvSpPr>
      <dsp:spPr>
        <a:xfrm>
          <a:off x="6116502" y="2499820"/>
          <a:ext cx="553710" cy="55371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F109510-3545-4E67-BCB3-B78AB7D77A13}">
      <dsp:nvSpPr>
        <dsp:cNvPr id="0" name=""/>
        <dsp:cNvSpPr/>
      </dsp:nvSpPr>
      <dsp:spPr>
        <a:xfrm>
          <a:off x="5602342" y="3559781"/>
          <a:ext cx="1582031" cy="632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fr-FR" sz="1400" kern="1200"/>
            <a:t>Conclusion </a:t>
          </a:r>
          <a:endParaRPr lang="en-US" sz="1400" kern="1200"/>
        </a:p>
      </dsp:txBody>
      <dsp:txXfrm>
        <a:off x="5602342" y="3559781"/>
        <a:ext cx="1582031" cy="63281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A11C9A-4853-4539-A30D-8A3F97F30A05}">
      <dsp:nvSpPr>
        <dsp:cNvPr id="0" name=""/>
        <dsp:cNvSpPr/>
      </dsp:nvSpPr>
      <dsp:spPr>
        <a:xfrm>
          <a:off x="752566" y="1045320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E5306D8-848E-4566-A175-192931C01A64}">
      <dsp:nvSpPr>
        <dsp:cNvPr id="0" name=""/>
        <dsp:cNvSpPr/>
      </dsp:nvSpPr>
      <dsp:spPr>
        <a:xfrm>
          <a:off x="100682" y="2427484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500" kern="1200"/>
            <a:t>Objectifs atteints </a:t>
          </a:r>
          <a:endParaRPr lang="en-US" sz="2500" kern="1200"/>
        </a:p>
      </dsp:txBody>
      <dsp:txXfrm>
        <a:off x="100682" y="2427484"/>
        <a:ext cx="2370489" cy="720000"/>
      </dsp:txXfrm>
    </dsp:sp>
    <dsp:sp modelId="{0BDE9829-9737-4D2A-B3F6-F4458B2B3E37}">
      <dsp:nvSpPr>
        <dsp:cNvPr id="0" name=""/>
        <dsp:cNvSpPr/>
      </dsp:nvSpPr>
      <dsp:spPr>
        <a:xfrm>
          <a:off x="3537891" y="1045320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85142EC-38B6-4F41-BF74-E763F450B8AE}">
      <dsp:nvSpPr>
        <dsp:cNvPr id="0" name=""/>
        <dsp:cNvSpPr/>
      </dsp:nvSpPr>
      <dsp:spPr>
        <a:xfrm>
          <a:off x="2886007" y="2427484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500" kern="1200"/>
            <a:t>Optimisation restante</a:t>
          </a:r>
          <a:endParaRPr lang="en-US" sz="2500" kern="1200"/>
        </a:p>
      </dsp:txBody>
      <dsp:txXfrm>
        <a:off x="2886007" y="2427484"/>
        <a:ext cx="2370489" cy="720000"/>
      </dsp:txXfrm>
    </dsp:sp>
    <dsp:sp modelId="{97647F59-EC8B-477D-A79C-8FF8A1F729B7}">
      <dsp:nvSpPr>
        <dsp:cNvPr id="0" name=""/>
        <dsp:cNvSpPr/>
      </dsp:nvSpPr>
      <dsp:spPr>
        <a:xfrm>
          <a:off x="6323216" y="1045320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C1C1E3-2C0B-4C55-A744-E9BAEF1D6B31}">
      <dsp:nvSpPr>
        <dsp:cNvPr id="0" name=""/>
        <dsp:cNvSpPr/>
      </dsp:nvSpPr>
      <dsp:spPr>
        <a:xfrm>
          <a:off x="5671332" y="2427484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500" kern="1200"/>
            <a:t>Compétence acquise</a:t>
          </a:r>
          <a:endParaRPr lang="en-US" sz="2500" kern="1200"/>
        </a:p>
      </dsp:txBody>
      <dsp:txXfrm>
        <a:off x="5671332" y="2427484"/>
        <a:ext cx="2370489" cy="720000"/>
      </dsp:txXfrm>
    </dsp:sp>
    <dsp:sp modelId="{39F90450-D1E3-400D-9496-36A6014E29A9}">
      <dsp:nvSpPr>
        <dsp:cNvPr id="0" name=""/>
        <dsp:cNvSpPr/>
      </dsp:nvSpPr>
      <dsp:spPr>
        <a:xfrm>
          <a:off x="9108541" y="1045320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0E276A-6333-43C4-B999-3A34D53B6E8E}">
      <dsp:nvSpPr>
        <dsp:cNvPr id="0" name=""/>
        <dsp:cNvSpPr/>
      </dsp:nvSpPr>
      <dsp:spPr>
        <a:xfrm>
          <a:off x="8456657" y="2427484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500" kern="1200"/>
            <a:t>Suite du projet</a:t>
          </a:r>
          <a:endParaRPr lang="en-US" sz="2500" kern="1200"/>
        </a:p>
      </dsp:txBody>
      <dsp:txXfrm>
        <a:off x="8456657" y="2427484"/>
        <a:ext cx="2370489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8D3A06-34E5-414C-9086-697FCF6C5218}" type="datetimeFigureOut">
              <a:rPr lang="fr-FR" smtClean="0"/>
              <a:t>20/05/2026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A38060-67F1-429F-9873-0A68734B504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406563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A38060-67F1-429F-9873-0A68734B5043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11666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A38060-67F1-429F-9873-0A68734B5043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63171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6B397E-AE15-7D93-7F87-2B58151412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6C49856-65D4-EFB5-F189-5795C6AF6A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3B26D81-E8AA-9D57-B6E2-E224DDA0A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766EA-11FC-4A3F-80EC-C0C5A1FC6716}" type="datetimeFigureOut">
              <a:rPr lang="fr-FR" smtClean="0"/>
              <a:t>20/05/2026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2ACD05B-5958-C309-6A44-A2A0E56A1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88A3AA-CAE2-5B0E-0530-B3940090F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35036-AD9C-4834-9CB6-2BC77A23E8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91473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85C331-FCFB-0746-AE93-9FB3DD274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DFF798D-8B2D-EF08-C692-1E6D68BF2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FBB9C0-5495-40E4-654E-001F7E9711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766EA-11FC-4A3F-80EC-C0C5A1FC6716}" type="datetimeFigureOut">
              <a:rPr lang="fr-FR" smtClean="0"/>
              <a:t>20/05/2026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22C0851-4B11-9999-C342-B10A72983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B446DA9-5DE6-4E1A-9D82-1A817303C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35036-AD9C-4834-9CB6-2BC77A23E8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5969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98455E6-EBD6-24E0-0DD4-D6E751886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EDEEB89-E0B6-176D-A7CB-9E6A357987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EA873C5-A064-FE57-FBB5-4F4EFFB7F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766EA-11FC-4A3F-80EC-C0C5A1FC6716}" type="datetimeFigureOut">
              <a:rPr lang="fr-FR" smtClean="0"/>
              <a:t>20/05/2026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11A195B-BC55-CFD2-C36E-21299A3FC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BE6F44-55A6-367F-E14A-5A6F112F0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35036-AD9C-4834-9CB6-2BC77A23E8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23658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BCD2C3-3CC9-E8BD-1B64-BDAA279E3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C586641-80A7-31F6-F70B-1CF00F2D11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E8EEB47-852B-2790-A333-9670285F23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DFD4CFE-0C75-9142-C53E-5B911A4B5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766EA-11FC-4A3F-80EC-C0C5A1FC6716}" type="datetimeFigureOut">
              <a:rPr lang="fr-FR" smtClean="0"/>
              <a:t>20/05/2026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82B094-D250-D715-5579-DEC45C3F6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4E51420-4922-B915-2899-1FBBD4346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35036-AD9C-4834-9CB6-2BC77A23E8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0189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6A1AF4-E1F4-6648-67D3-27B19369C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8C66B4C-C0EE-5926-989B-07FB0AA07A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25DF488-B8E5-96AD-3385-A9AC937B59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FFD5F8C-6C7A-F65B-2591-75B0847BB1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5CD9EF7-1B18-04DD-835B-7342D5279D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3975F9A7-CFD4-9BE5-8613-3150CD945B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766EA-11FC-4A3F-80EC-C0C5A1FC6716}" type="datetimeFigureOut">
              <a:rPr lang="fr-FR" smtClean="0"/>
              <a:t>20/05/2026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0C518573-91B2-3D36-1C0B-A0F3BA6F9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FEBED9E-C7E3-1EFA-3C40-16D58F054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35036-AD9C-4834-9CB6-2BC77A23E8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433063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850DDD4-72EF-E8B3-5A27-B9CADC69A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6FE2642-7C65-BAC0-3A9A-751E8527D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766EA-11FC-4A3F-80EC-C0C5A1FC6716}" type="datetimeFigureOut">
              <a:rPr lang="fr-FR" smtClean="0"/>
              <a:t>20/05/2026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50B1FCC-764C-F556-42FC-F52D03FD0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F6C9DD2-089C-3388-2038-0FA8F1FF1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35036-AD9C-4834-9CB6-2BC77A23E8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50082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16BCB0C-C24C-051D-5892-47ADD1260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766EA-11FC-4A3F-80EC-C0C5A1FC6716}" type="datetimeFigureOut">
              <a:rPr lang="fr-FR" smtClean="0"/>
              <a:t>20/05/2026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C27768E-7721-C6AD-7BBA-21EC5E602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F2B47A2-8479-33AC-F89E-718693946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35036-AD9C-4834-9CB6-2BC77A23E8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44132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5D4B19-E18C-BCCB-944F-E71EB07704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6B9F94-5A39-C8BC-2813-2ADD500CD4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BB12A30-A01D-41CC-BC69-78654FD6BC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9A1D0ED-D346-6ADA-20CD-3F97CFDA11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766EA-11FC-4A3F-80EC-C0C5A1FC6716}" type="datetimeFigureOut">
              <a:rPr lang="fr-FR" smtClean="0"/>
              <a:t>20/05/2026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E2793C8-FE74-FCFC-FD4E-920ACBE1C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E19CB00-0E64-82C9-C78A-3E41E74EB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35036-AD9C-4834-9CB6-2BC77A23E8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16620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8E228A-8213-913D-A116-475828155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1CEDF0C5-AC69-A2C3-9C22-8152E30858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1E60342-FC4B-A84E-B6FB-48CCF74141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9CE5F5-3A0A-795C-BED4-697EFB3FA1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766EA-11FC-4A3F-80EC-C0C5A1FC6716}" type="datetimeFigureOut">
              <a:rPr lang="fr-FR" smtClean="0"/>
              <a:t>20/05/2026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095B520-A877-45AA-CCCF-5AF100173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CFF7D96-115B-D0E8-2045-E8AA2514E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35036-AD9C-4834-9CB6-2BC77A23E8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9534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552156A-FFE4-885D-A7C1-3060E292C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77132FD-9C89-BF4A-68DA-B49560A7D7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4393CE9-4B1E-A38B-A31D-C6663F688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766EA-11FC-4A3F-80EC-C0C5A1FC6716}" type="datetimeFigureOut">
              <a:rPr lang="fr-FR" smtClean="0"/>
              <a:t>20/05/2026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31F6D6B-A380-2527-FCE6-768F8A77A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56A9365-A2F5-1A42-9DDE-A8CDB57B9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35036-AD9C-4834-9CB6-2BC77A23E8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4819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8759D149-194A-6AE5-57C1-763E68E44E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95B2EDC-74B7-933B-D767-9113037E60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B4EFDED-4F4D-B568-8B15-1EA2A79E2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766EA-11FC-4A3F-80EC-C0C5A1FC6716}" type="datetimeFigureOut">
              <a:rPr lang="fr-FR" smtClean="0"/>
              <a:t>20/05/2026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98034B4-4CE2-8022-C443-21B9BAA2A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FC47561-CE90-3542-AF97-76EFEF281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635036-AD9C-4834-9CB6-2BC77A23E8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65928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DA80725-AD91-C68F-124F-34AAA92468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C6605F2-91CA-58C9-6B64-057222F667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0E47302-EFAD-B584-210E-4FDDA6F3FE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B766EA-11FC-4A3F-80EC-C0C5A1FC6716}" type="datetimeFigureOut">
              <a:rPr lang="fr-FR" smtClean="0"/>
              <a:t>20/05/2026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2BBF5C3-A672-607E-0EC9-1EE686B10B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1A27832-476D-A0AB-311C-15BF1A39EE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635036-AD9C-4834-9CB6-2BC77A23E8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52931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8A95209C-5275-4E15-8EA7-7F42980ABF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ACD7FD9-86F2-FAAC-0242-5B987643502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rcRect r="3136" b="1"/>
          <a:stretch>
            <a:fillRect/>
          </a:stretch>
        </p:blipFill>
        <p:spPr>
          <a:xfrm>
            <a:off x="20" y="10"/>
            <a:ext cx="12188931" cy="6857990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CFAC34B-9927-516F-CB08-A48C4E995C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7048" y="1124712"/>
            <a:ext cx="9144000" cy="3063240"/>
          </a:xfrm>
        </p:spPr>
        <p:txBody>
          <a:bodyPr>
            <a:normAutofit/>
          </a:bodyPr>
          <a:lstStyle/>
          <a:p>
            <a:r>
              <a:rPr lang="fr-FR" sz="6600" dirty="0">
                <a:solidFill>
                  <a:schemeClr val="bg1"/>
                </a:solidFill>
              </a:rPr>
              <a:t>Présentation Projet SMACP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4B86FBB-3E04-56A8-BE8B-CF029B5D87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7048" y="4599432"/>
            <a:ext cx="9144000" cy="1227520"/>
          </a:xfrm>
        </p:spPr>
        <p:txBody>
          <a:bodyPr>
            <a:normAutofit/>
          </a:bodyPr>
          <a:lstStyle/>
          <a:p>
            <a:r>
              <a:rPr lang="fr-FR">
                <a:solidFill>
                  <a:schemeClr val="bg1"/>
                </a:solidFill>
              </a:rPr>
              <a:t>Eliott Molard 2STS IR </a:t>
            </a:r>
          </a:p>
          <a:p>
            <a:endParaRPr lang="fr-FR">
              <a:solidFill>
                <a:schemeClr val="bg1"/>
              </a:solidFill>
            </a:endParaRPr>
          </a:p>
        </p:txBody>
      </p:sp>
      <p:sp>
        <p:nvSpPr>
          <p:cNvPr id="29" name="sketchy box">
            <a:extLst>
              <a:ext uri="{FF2B5EF4-FFF2-40B4-BE49-F238E27FC236}">
                <a16:creationId xmlns:a16="http://schemas.microsoft.com/office/drawing/2014/main" id="{4F2ED431-E304-4FF0-9F4E-032783C9D6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838200" y="720953"/>
            <a:ext cx="10515600" cy="5416094"/>
          </a:xfrm>
          <a:custGeom>
            <a:avLst/>
            <a:gdLst>
              <a:gd name="csX0" fmla="*/ 0 w 10515600"/>
              <a:gd name="csY0" fmla="*/ 0 h 5416094"/>
              <a:gd name="csX1" fmla="*/ 552069 w 10515600"/>
              <a:gd name="csY1" fmla="*/ 0 h 5416094"/>
              <a:gd name="csX2" fmla="*/ 893826 w 10515600"/>
              <a:gd name="csY2" fmla="*/ 0 h 5416094"/>
              <a:gd name="csX3" fmla="*/ 1761363 w 10515600"/>
              <a:gd name="csY3" fmla="*/ 0 h 5416094"/>
              <a:gd name="csX4" fmla="*/ 2313432 w 10515600"/>
              <a:gd name="csY4" fmla="*/ 0 h 5416094"/>
              <a:gd name="csX5" fmla="*/ 2865501 w 10515600"/>
              <a:gd name="csY5" fmla="*/ 0 h 5416094"/>
              <a:gd name="csX6" fmla="*/ 3733038 w 10515600"/>
              <a:gd name="csY6" fmla="*/ 0 h 5416094"/>
              <a:gd name="csX7" fmla="*/ 4179951 w 10515600"/>
              <a:gd name="csY7" fmla="*/ 0 h 5416094"/>
              <a:gd name="csX8" fmla="*/ 5047488 w 10515600"/>
              <a:gd name="csY8" fmla="*/ 0 h 5416094"/>
              <a:gd name="csX9" fmla="*/ 5915025 w 10515600"/>
              <a:gd name="csY9" fmla="*/ 0 h 5416094"/>
              <a:gd name="csX10" fmla="*/ 6572250 w 10515600"/>
              <a:gd name="csY10" fmla="*/ 0 h 5416094"/>
              <a:gd name="csX11" fmla="*/ 7439787 w 10515600"/>
              <a:gd name="csY11" fmla="*/ 0 h 5416094"/>
              <a:gd name="csX12" fmla="*/ 7991856 w 10515600"/>
              <a:gd name="csY12" fmla="*/ 0 h 5416094"/>
              <a:gd name="csX13" fmla="*/ 8543925 w 10515600"/>
              <a:gd name="csY13" fmla="*/ 0 h 5416094"/>
              <a:gd name="csX14" fmla="*/ 9306306 w 10515600"/>
              <a:gd name="csY14" fmla="*/ 0 h 5416094"/>
              <a:gd name="csX15" fmla="*/ 9858375 w 10515600"/>
              <a:gd name="csY15" fmla="*/ 0 h 5416094"/>
              <a:gd name="csX16" fmla="*/ 10515600 w 10515600"/>
              <a:gd name="csY16" fmla="*/ 0 h 5416094"/>
              <a:gd name="csX17" fmla="*/ 10515600 w 10515600"/>
              <a:gd name="csY17" fmla="*/ 785334 h 5416094"/>
              <a:gd name="csX18" fmla="*/ 10515600 w 10515600"/>
              <a:gd name="csY18" fmla="*/ 1516506 h 5416094"/>
              <a:gd name="csX19" fmla="*/ 10515600 w 10515600"/>
              <a:gd name="csY19" fmla="*/ 2247679 h 5416094"/>
              <a:gd name="csX20" fmla="*/ 10515600 w 10515600"/>
              <a:gd name="csY20" fmla="*/ 2762208 h 5416094"/>
              <a:gd name="csX21" fmla="*/ 10515600 w 10515600"/>
              <a:gd name="csY21" fmla="*/ 3330898 h 5416094"/>
              <a:gd name="csX22" fmla="*/ 10515600 w 10515600"/>
              <a:gd name="csY22" fmla="*/ 4062071 h 5416094"/>
              <a:gd name="csX23" fmla="*/ 10515600 w 10515600"/>
              <a:gd name="csY23" fmla="*/ 4684921 h 5416094"/>
              <a:gd name="csX24" fmla="*/ 10515600 w 10515600"/>
              <a:gd name="csY24" fmla="*/ 5416094 h 5416094"/>
              <a:gd name="csX25" fmla="*/ 9753219 w 10515600"/>
              <a:gd name="csY25" fmla="*/ 5416094 h 5416094"/>
              <a:gd name="csX26" fmla="*/ 9411462 w 10515600"/>
              <a:gd name="csY26" fmla="*/ 5416094 h 5416094"/>
              <a:gd name="csX27" fmla="*/ 8754237 w 10515600"/>
              <a:gd name="csY27" fmla="*/ 5416094 h 5416094"/>
              <a:gd name="csX28" fmla="*/ 8307324 w 10515600"/>
              <a:gd name="csY28" fmla="*/ 5416094 h 5416094"/>
              <a:gd name="csX29" fmla="*/ 7544943 w 10515600"/>
              <a:gd name="csY29" fmla="*/ 5416094 h 5416094"/>
              <a:gd name="csX30" fmla="*/ 7098030 w 10515600"/>
              <a:gd name="csY30" fmla="*/ 5416094 h 5416094"/>
              <a:gd name="csX31" fmla="*/ 6335649 w 10515600"/>
              <a:gd name="csY31" fmla="*/ 5416094 h 5416094"/>
              <a:gd name="csX32" fmla="*/ 5993892 w 10515600"/>
              <a:gd name="csY32" fmla="*/ 5416094 h 5416094"/>
              <a:gd name="csX33" fmla="*/ 5231511 w 10515600"/>
              <a:gd name="csY33" fmla="*/ 5416094 h 5416094"/>
              <a:gd name="csX34" fmla="*/ 4784598 w 10515600"/>
              <a:gd name="csY34" fmla="*/ 5416094 h 5416094"/>
              <a:gd name="csX35" fmla="*/ 4442841 w 10515600"/>
              <a:gd name="csY35" fmla="*/ 5416094 h 5416094"/>
              <a:gd name="csX36" fmla="*/ 3995928 w 10515600"/>
              <a:gd name="csY36" fmla="*/ 5416094 h 5416094"/>
              <a:gd name="csX37" fmla="*/ 3233547 w 10515600"/>
              <a:gd name="csY37" fmla="*/ 5416094 h 5416094"/>
              <a:gd name="csX38" fmla="*/ 2786634 w 10515600"/>
              <a:gd name="csY38" fmla="*/ 5416094 h 5416094"/>
              <a:gd name="csX39" fmla="*/ 2444877 w 10515600"/>
              <a:gd name="csY39" fmla="*/ 5416094 h 5416094"/>
              <a:gd name="csX40" fmla="*/ 1997964 w 10515600"/>
              <a:gd name="csY40" fmla="*/ 5416094 h 5416094"/>
              <a:gd name="csX41" fmla="*/ 1445895 w 10515600"/>
              <a:gd name="csY41" fmla="*/ 5416094 h 5416094"/>
              <a:gd name="csX42" fmla="*/ 788670 w 10515600"/>
              <a:gd name="csY42" fmla="*/ 5416094 h 5416094"/>
              <a:gd name="csX43" fmla="*/ 0 w 10515600"/>
              <a:gd name="csY43" fmla="*/ 5416094 h 5416094"/>
              <a:gd name="csX44" fmla="*/ 0 w 10515600"/>
              <a:gd name="csY44" fmla="*/ 4630760 h 5416094"/>
              <a:gd name="csX45" fmla="*/ 0 w 10515600"/>
              <a:gd name="csY45" fmla="*/ 3953749 h 5416094"/>
              <a:gd name="csX46" fmla="*/ 0 w 10515600"/>
              <a:gd name="csY46" fmla="*/ 3276737 h 5416094"/>
              <a:gd name="csX47" fmla="*/ 0 w 10515600"/>
              <a:gd name="csY47" fmla="*/ 2599725 h 5416094"/>
              <a:gd name="csX48" fmla="*/ 0 w 10515600"/>
              <a:gd name="csY48" fmla="*/ 1922713 h 5416094"/>
              <a:gd name="csX49" fmla="*/ 0 w 10515600"/>
              <a:gd name="csY49" fmla="*/ 1299863 h 5416094"/>
              <a:gd name="csX50" fmla="*/ 0 w 10515600"/>
              <a:gd name="csY50" fmla="*/ 0 h 54160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10515600" h="5416094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24919" y="196329"/>
                  <a:pt x="10549062" y="488432"/>
                  <a:pt x="10515600" y="785334"/>
                </a:cubicBezTo>
                <a:cubicBezTo>
                  <a:pt x="10482138" y="1082236"/>
                  <a:pt x="10536385" y="1323726"/>
                  <a:pt x="10515600" y="1516506"/>
                </a:cubicBezTo>
                <a:cubicBezTo>
                  <a:pt x="10494815" y="1709286"/>
                  <a:pt x="10546328" y="2097632"/>
                  <a:pt x="10515600" y="2247679"/>
                </a:cubicBezTo>
                <a:cubicBezTo>
                  <a:pt x="10484872" y="2397726"/>
                  <a:pt x="10491771" y="2577292"/>
                  <a:pt x="10515600" y="2762208"/>
                </a:cubicBezTo>
                <a:cubicBezTo>
                  <a:pt x="10539429" y="2947124"/>
                  <a:pt x="10511007" y="3105736"/>
                  <a:pt x="10515600" y="3330898"/>
                </a:cubicBezTo>
                <a:cubicBezTo>
                  <a:pt x="10520194" y="3556060"/>
                  <a:pt x="10497393" y="3882611"/>
                  <a:pt x="10515600" y="4062071"/>
                </a:cubicBezTo>
                <a:cubicBezTo>
                  <a:pt x="10533807" y="4241531"/>
                  <a:pt x="10544791" y="4505155"/>
                  <a:pt x="10515600" y="4684921"/>
                </a:cubicBezTo>
                <a:cubicBezTo>
                  <a:pt x="10486410" y="4864687"/>
                  <a:pt x="10497356" y="5246484"/>
                  <a:pt x="10515600" y="5416094"/>
                </a:cubicBezTo>
                <a:cubicBezTo>
                  <a:pt x="10245623" y="5445692"/>
                  <a:pt x="10029676" y="5415505"/>
                  <a:pt x="9753219" y="5416094"/>
                </a:cubicBezTo>
                <a:cubicBezTo>
                  <a:pt x="9476762" y="5416683"/>
                  <a:pt x="9553148" y="5422760"/>
                  <a:pt x="9411462" y="5416094"/>
                </a:cubicBezTo>
                <a:cubicBezTo>
                  <a:pt x="9269776" y="5409428"/>
                  <a:pt x="8927709" y="5385012"/>
                  <a:pt x="8754237" y="5416094"/>
                </a:cubicBezTo>
                <a:cubicBezTo>
                  <a:pt x="8580766" y="5447176"/>
                  <a:pt x="8413264" y="5410024"/>
                  <a:pt x="8307324" y="5416094"/>
                </a:cubicBezTo>
                <a:cubicBezTo>
                  <a:pt x="8201384" y="5422164"/>
                  <a:pt x="7912690" y="5421686"/>
                  <a:pt x="7544943" y="5416094"/>
                </a:cubicBezTo>
                <a:cubicBezTo>
                  <a:pt x="7177196" y="5410502"/>
                  <a:pt x="7304235" y="5418502"/>
                  <a:pt x="7098030" y="5416094"/>
                </a:cubicBezTo>
                <a:cubicBezTo>
                  <a:pt x="6891825" y="5413686"/>
                  <a:pt x="6541479" y="5434609"/>
                  <a:pt x="6335649" y="5416094"/>
                </a:cubicBezTo>
                <a:cubicBezTo>
                  <a:pt x="6129819" y="5397579"/>
                  <a:pt x="6106541" y="5402791"/>
                  <a:pt x="5993892" y="5416094"/>
                </a:cubicBezTo>
                <a:cubicBezTo>
                  <a:pt x="5881243" y="5429397"/>
                  <a:pt x="5545248" y="5437743"/>
                  <a:pt x="5231511" y="5416094"/>
                </a:cubicBezTo>
                <a:cubicBezTo>
                  <a:pt x="4917774" y="5394445"/>
                  <a:pt x="4963237" y="5426599"/>
                  <a:pt x="4784598" y="5416094"/>
                </a:cubicBezTo>
                <a:cubicBezTo>
                  <a:pt x="4605959" y="5405589"/>
                  <a:pt x="4605904" y="5406658"/>
                  <a:pt x="4442841" y="5416094"/>
                </a:cubicBezTo>
                <a:cubicBezTo>
                  <a:pt x="4279778" y="5425530"/>
                  <a:pt x="4177180" y="5426138"/>
                  <a:pt x="3995928" y="5416094"/>
                </a:cubicBezTo>
                <a:cubicBezTo>
                  <a:pt x="3814676" y="5406050"/>
                  <a:pt x="3516440" y="5429234"/>
                  <a:pt x="3233547" y="5416094"/>
                </a:cubicBezTo>
                <a:cubicBezTo>
                  <a:pt x="2950654" y="5402954"/>
                  <a:pt x="2884354" y="5436103"/>
                  <a:pt x="2786634" y="5416094"/>
                </a:cubicBezTo>
                <a:cubicBezTo>
                  <a:pt x="2688914" y="5396085"/>
                  <a:pt x="2522958" y="5423232"/>
                  <a:pt x="2444877" y="5416094"/>
                </a:cubicBezTo>
                <a:cubicBezTo>
                  <a:pt x="2366796" y="5408956"/>
                  <a:pt x="2104768" y="5395479"/>
                  <a:pt x="1997964" y="5416094"/>
                </a:cubicBezTo>
                <a:cubicBezTo>
                  <a:pt x="1891160" y="5436709"/>
                  <a:pt x="1573016" y="5412376"/>
                  <a:pt x="1445895" y="5416094"/>
                </a:cubicBezTo>
                <a:cubicBezTo>
                  <a:pt x="1318774" y="5419812"/>
                  <a:pt x="986443" y="5400529"/>
                  <a:pt x="788670" y="5416094"/>
                </a:cubicBezTo>
                <a:cubicBezTo>
                  <a:pt x="590897" y="5431659"/>
                  <a:pt x="363709" y="5381266"/>
                  <a:pt x="0" y="5416094"/>
                </a:cubicBezTo>
                <a:cubicBezTo>
                  <a:pt x="-22973" y="5218643"/>
                  <a:pt x="-26699" y="5010779"/>
                  <a:pt x="0" y="4630760"/>
                </a:cubicBezTo>
                <a:cubicBezTo>
                  <a:pt x="26699" y="4250741"/>
                  <a:pt x="-15389" y="4196664"/>
                  <a:pt x="0" y="3953749"/>
                </a:cubicBezTo>
                <a:cubicBezTo>
                  <a:pt x="15389" y="3710834"/>
                  <a:pt x="468" y="3611311"/>
                  <a:pt x="0" y="3276737"/>
                </a:cubicBezTo>
                <a:cubicBezTo>
                  <a:pt x="-468" y="2942163"/>
                  <a:pt x="15360" y="2781998"/>
                  <a:pt x="0" y="2599725"/>
                </a:cubicBezTo>
                <a:cubicBezTo>
                  <a:pt x="-15360" y="2417452"/>
                  <a:pt x="14816" y="2100232"/>
                  <a:pt x="0" y="1922713"/>
                </a:cubicBezTo>
                <a:cubicBezTo>
                  <a:pt x="-14816" y="1745194"/>
                  <a:pt x="-24648" y="1604167"/>
                  <a:pt x="0" y="1299863"/>
                </a:cubicBezTo>
                <a:cubicBezTo>
                  <a:pt x="24648" y="995559"/>
                  <a:pt x="2182" y="279525"/>
                  <a:pt x="0" y="0"/>
                </a:cubicBezTo>
                <a:close/>
              </a:path>
            </a:pathLst>
          </a:custGeom>
          <a:noFill/>
          <a:ln w="47625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sketchy line">
            <a:extLst>
              <a:ext uri="{FF2B5EF4-FFF2-40B4-BE49-F238E27FC236}">
                <a16:creationId xmlns:a16="http://schemas.microsoft.com/office/drawing/2014/main" id="{4E87FCFB-2CCE-460D-B3DD-557C8BD1B9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4419423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563791 w 4243589"/>
              <a:gd name="csY1" fmla="*/ 0 h 18288"/>
              <a:gd name="csX2" fmla="*/ 1042710 w 4243589"/>
              <a:gd name="csY2" fmla="*/ 0 h 18288"/>
              <a:gd name="csX3" fmla="*/ 1564066 w 4243589"/>
              <a:gd name="csY3" fmla="*/ 0 h 18288"/>
              <a:gd name="csX4" fmla="*/ 2212729 w 4243589"/>
              <a:gd name="csY4" fmla="*/ 0 h 18288"/>
              <a:gd name="csX5" fmla="*/ 2776520 w 4243589"/>
              <a:gd name="csY5" fmla="*/ 0 h 18288"/>
              <a:gd name="csX6" fmla="*/ 3297875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637362 w 4243589"/>
              <a:gd name="csY9" fmla="*/ 18288 h 18288"/>
              <a:gd name="csX10" fmla="*/ 3116007 w 4243589"/>
              <a:gd name="csY10" fmla="*/ 18288 h 18288"/>
              <a:gd name="csX11" fmla="*/ 2424908 w 4243589"/>
              <a:gd name="csY11" fmla="*/ 18288 h 18288"/>
              <a:gd name="csX12" fmla="*/ 1861117 w 4243589"/>
              <a:gd name="csY12" fmla="*/ 18288 h 18288"/>
              <a:gd name="csX13" fmla="*/ 1382198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1275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404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1440936-9A76-E497-6359-104527629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fr-FR" sz="4000" dirty="0">
                <a:solidFill>
                  <a:srgbClr val="FFFFFF"/>
                </a:solidFill>
              </a:rPr>
              <a:t>Sommaire </a:t>
            </a:r>
          </a:p>
        </p:txBody>
      </p:sp>
      <p:graphicFrame>
        <p:nvGraphicFramePr>
          <p:cNvPr id="17" name="Espace réservé du contenu 3">
            <a:extLst>
              <a:ext uri="{FF2B5EF4-FFF2-40B4-BE49-F238E27FC236}">
                <a16:creationId xmlns:a16="http://schemas.microsoft.com/office/drawing/2014/main" id="{87D0C66E-3C6B-04F4-97E9-FAC9108E42A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3802080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120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2550BE34-C2B8-49B8-8519-67A8CAD51A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A7457DD9-5A45-400A-AB4B-4B4EDECA25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1981DA0-E7E5-FF53-F931-FD67A9241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Contexte / Problématique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41CF7D6-A660-431A-B0BB-140A0D5556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570A85B-3810-4F95-97B0-CBF4CCDB3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9025303-1F1E-B8D0-2D2E-2350620C9B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51164" y="586822"/>
            <a:ext cx="6002636" cy="164592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800"/>
              <a:t>Besoin de supervision à distance</a:t>
            </a:r>
          </a:p>
          <a:p>
            <a:r>
              <a:rPr lang="en-US" sz="1800"/>
              <a:t>Centraliser les données </a:t>
            </a:r>
          </a:p>
          <a:p>
            <a:r>
              <a:rPr lang="en-US" sz="1800"/>
              <a:t>Sécurisé l’installation </a:t>
            </a:r>
          </a:p>
          <a:p>
            <a:r>
              <a:rPr lang="en-US" sz="1800"/>
              <a:t>Surveiller les performances</a:t>
            </a:r>
          </a:p>
          <a:p>
            <a:endParaRPr lang="en-US" sz="1800"/>
          </a:p>
        </p:txBody>
      </p:sp>
      <p:pic>
        <p:nvPicPr>
          <p:cNvPr id="9" name="Espace réservé du contenu 8">
            <a:extLst>
              <a:ext uri="{FF2B5EF4-FFF2-40B4-BE49-F238E27FC236}">
                <a16:creationId xmlns:a16="http://schemas.microsoft.com/office/drawing/2014/main" id="{03DAF80F-1939-46F8-496C-84C52666B64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57784" y="2885000"/>
            <a:ext cx="11164824" cy="318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1871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21739CA5-F0F5-48E1-8E8C-F24B71827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324"/>
            <a:ext cx="12192000" cy="6861324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3">
            <a:extLst>
              <a:ext uri="{FF2B5EF4-FFF2-40B4-BE49-F238E27FC236}">
                <a16:creationId xmlns:a16="http://schemas.microsoft.com/office/drawing/2014/main" id="{3EAD2937-F230-41D4-B9C5-975B129BFC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6745" y="640080"/>
            <a:ext cx="10920415" cy="5577818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CD444A3-C338-4886-B7F1-4BA2AF46E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8024" y="960109"/>
            <a:ext cx="10277856" cy="493776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re 5">
            <a:extLst>
              <a:ext uri="{FF2B5EF4-FFF2-40B4-BE49-F238E27FC236}">
                <a16:creationId xmlns:a16="http://schemas.microsoft.com/office/drawing/2014/main" id="{56CC2BA8-836B-E2B2-783D-0E32E6605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2656" y="1444741"/>
            <a:ext cx="9357865" cy="1041901"/>
          </a:xfrm>
        </p:spPr>
        <p:txBody>
          <a:bodyPr>
            <a:normAutofit/>
          </a:bodyPr>
          <a:lstStyle/>
          <a:p>
            <a:r>
              <a:rPr lang="fr-FR" sz="4000" dirty="0"/>
              <a:t>Objectifs du Projet (partie perso)</a:t>
            </a:r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4E50F213-4992-B868-0A3A-6E0EB8C6C5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52656" y="2701427"/>
            <a:ext cx="4483324" cy="2699968"/>
          </a:xfrm>
        </p:spPr>
        <p:txBody>
          <a:bodyPr>
            <a:normAutofit/>
          </a:bodyPr>
          <a:lstStyle/>
          <a:p>
            <a:r>
              <a:rPr lang="fr-FR" sz="2000" dirty="0"/>
              <a:t>Récupération des Id serveur et BDD </a:t>
            </a:r>
          </a:p>
          <a:p>
            <a:r>
              <a:rPr lang="fr-FR" sz="2000" dirty="0"/>
              <a:t>MAJ des codes </a:t>
            </a:r>
          </a:p>
          <a:p>
            <a:r>
              <a:rPr lang="fr-FR" sz="2000" dirty="0"/>
              <a:t>Intégration MQTT</a:t>
            </a:r>
          </a:p>
          <a:p>
            <a:r>
              <a:rPr lang="fr-FR" sz="2000" dirty="0"/>
              <a:t>Intégration fichiers CSV</a:t>
            </a:r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E6CEE9F2-5BB7-4D12-336B-AFB5AE56BC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56020" y="2701427"/>
            <a:ext cx="4554501" cy="2699968"/>
          </a:xfrm>
        </p:spPr>
        <p:txBody>
          <a:bodyPr>
            <a:normAutofit/>
          </a:bodyPr>
          <a:lstStyle/>
          <a:p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2210461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E38F5530-DA31-4B62-8DF9-56A1A3B6B6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AEFAF95-013F-4375-AAF4-033AC93F55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8735E28-7236-42D8-A5E1-A0F302FE87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F3642881-D4B2-4CC2-A287-0FA0006F3A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01C50C6-CC43-4D9E-B2AB-F373712E43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6E7187D-0938-461D-BFC5-89EEF35062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934C951A-9754-438B-9D57-E6B93B6E4C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CCC8FCE-0563-4147-B2A2-7C81702EBE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5E68FC26-41A9-4C82-BE7F-E9344CDC4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FBB336D1-2562-4680-B29B-E22C603C0E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EED3885-4010-4FBE-A045-DC59CAE782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3D74F45-ED22-46E8-8A8C-85550ED981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F675583-78ED-4BEC-8424-37068227E8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C9BD9726-207D-4725-AA6E-5147080D5B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B1A43941-4783-4A0B-9385-1952F9F89D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Rectangle 33">
            <a:extLst>
              <a:ext uri="{FF2B5EF4-FFF2-40B4-BE49-F238E27FC236}">
                <a16:creationId xmlns:a16="http://schemas.microsoft.com/office/drawing/2014/main" id="{B4806F9C-3233-4FC3-B300-D5AA58A5CD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0E3F9FC-BB7B-433D-8A4F-1BCFA582E0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1406F394-9D6F-4986-A3AF-6EF16DEDE6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54F98CF1-0C8F-435D-846B-D3C506378F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781ACDD-4A0F-4369-A468-3FEC355F8E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2BB34D61-E762-4862-9DA8-702D97A362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itre 7">
            <a:extLst>
              <a:ext uri="{FF2B5EF4-FFF2-40B4-BE49-F238E27FC236}">
                <a16:creationId xmlns:a16="http://schemas.microsoft.com/office/drawing/2014/main" id="{A34E2159-3217-007B-F92D-A4B189D66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0936"/>
            <a:ext cx="5465064" cy="5626947"/>
          </a:xfrm>
          <a:noFill/>
        </p:spPr>
        <p:txBody>
          <a:bodyPr anchor="ctr">
            <a:normAutofit/>
          </a:bodyPr>
          <a:lstStyle/>
          <a:p>
            <a:r>
              <a:rPr lang="fr-FR" sz="4800">
                <a:solidFill>
                  <a:schemeClr val="bg1"/>
                </a:solidFill>
              </a:rPr>
              <a:t>Architecture générale </a:t>
            </a:r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A2A7F2F5-3AEA-DE62-A103-0F34F5F41B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2152" y="630936"/>
            <a:ext cx="4978592" cy="5626957"/>
          </a:xfrm>
          <a:noFill/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fr-FR" sz="1800">
                <a:solidFill>
                  <a:schemeClr val="bg1"/>
                </a:solidFill>
              </a:rPr>
              <a:t>RAK4630 / GPS</a:t>
            </a:r>
          </a:p>
          <a:p>
            <a:pPr marL="0" indent="0">
              <a:buNone/>
            </a:pPr>
            <a:r>
              <a:rPr lang="fr-FR" sz="1800">
                <a:solidFill>
                  <a:schemeClr val="bg1"/>
                </a:solidFill>
              </a:rPr>
              <a:t>        ↓</a:t>
            </a:r>
          </a:p>
          <a:p>
            <a:pPr marL="0" indent="0">
              <a:buNone/>
            </a:pPr>
            <a:r>
              <a:rPr lang="fr-FR" sz="1800">
                <a:solidFill>
                  <a:schemeClr val="bg1"/>
                </a:solidFill>
              </a:rPr>
              <a:t>Passerelle IoT</a:t>
            </a:r>
          </a:p>
          <a:p>
            <a:pPr marL="0" indent="0">
              <a:buNone/>
            </a:pPr>
            <a:r>
              <a:rPr lang="fr-FR" sz="1800">
                <a:solidFill>
                  <a:schemeClr val="bg1"/>
                </a:solidFill>
              </a:rPr>
              <a:t>        ↓</a:t>
            </a:r>
          </a:p>
          <a:p>
            <a:pPr marL="0" indent="0">
              <a:buNone/>
            </a:pPr>
            <a:r>
              <a:rPr lang="fr-FR" sz="1800">
                <a:solidFill>
                  <a:schemeClr val="bg1"/>
                </a:solidFill>
              </a:rPr>
              <a:t>MQTT (HiveMQ)</a:t>
            </a:r>
          </a:p>
          <a:p>
            <a:pPr marL="0" indent="0">
              <a:buNone/>
            </a:pPr>
            <a:r>
              <a:rPr lang="fr-FR" sz="1800">
                <a:solidFill>
                  <a:schemeClr val="bg1"/>
                </a:solidFill>
              </a:rPr>
              <a:t>        ↓</a:t>
            </a:r>
          </a:p>
          <a:p>
            <a:pPr marL="0" indent="0">
              <a:buNone/>
            </a:pPr>
            <a:r>
              <a:rPr lang="fr-FR" sz="1800">
                <a:solidFill>
                  <a:schemeClr val="bg1"/>
                </a:solidFill>
              </a:rPr>
              <a:t>Backend Django</a:t>
            </a:r>
          </a:p>
          <a:p>
            <a:pPr marL="0" indent="0">
              <a:buNone/>
            </a:pPr>
            <a:r>
              <a:rPr lang="fr-FR" sz="1800">
                <a:solidFill>
                  <a:schemeClr val="bg1"/>
                </a:solidFill>
              </a:rPr>
              <a:t>        ↓</a:t>
            </a:r>
          </a:p>
          <a:p>
            <a:pPr marL="0" indent="0">
              <a:buNone/>
            </a:pPr>
            <a:r>
              <a:rPr lang="fr-FR" sz="1800">
                <a:solidFill>
                  <a:schemeClr val="bg1"/>
                </a:solidFill>
              </a:rPr>
              <a:t>PostgreSQL</a:t>
            </a:r>
          </a:p>
          <a:p>
            <a:pPr marL="0" indent="0">
              <a:buNone/>
            </a:pPr>
            <a:r>
              <a:rPr lang="fr-FR" sz="1800">
                <a:solidFill>
                  <a:schemeClr val="bg1"/>
                </a:solidFill>
              </a:rPr>
              <a:t>        ↓</a:t>
            </a:r>
          </a:p>
          <a:p>
            <a:pPr marL="0" indent="0">
              <a:buNone/>
            </a:pPr>
            <a:r>
              <a:rPr lang="fr-FR" sz="1800">
                <a:solidFill>
                  <a:schemeClr val="bg1"/>
                </a:solidFill>
              </a:rPr>
              <a:t>Interface web</a:t>
            </a:r>
          </a:p>
        </p:txBody>
      </p:sp>
    </p:spTree>
    <p:extLst>
      <p:ext uri="{BB962C8B-B14F-4D97-AF65-F5344CB8AC3E}">
        <p14:creationId xmlns:p14="http://schemas.microsoft.com/office/powerpoint/2010/main" val="3569341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A7AE9375-4664-4DB2-922D-2782A6E439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9B30FB45-4ED0-D3A4-4475-7615F36CC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669925"/>
            <a:ext cx="4151304" cy="1325563"/>
          </a:xfrm>
        </p:spPr>
        <p:txBody>
          <a:bodyPr anchor="b">
            <a:norm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Technologies utilisées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E504C98-6397-41C1-A8D8-2D9C4ED30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2" y="2026340"/>
            <a:ext cx="5446702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53EBE82-A3F0-8BEE-1CC2-9925574C81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0" y="2288833"/>
            <a:ext cx="4151304" cy="3711571"/>
          </a:xfrm>
        </p:spPr>
        <p:txBody>
          <a:bodyPr>
            <a:normAutofit/>
          </a:bodyPr>
          <a:lstStyle/>
          <a:p>
            <a:r>
              <a:rPr lang="fr-FR" sz="2000">
                <a:solidFill>
                  <a:schemeClr val="bg1"/>
                </a:solidFill>
              </a:rPr>
              <a:t>Python </a:t>
            </a:r>
          </a:p>
          <a:p>
            <a:r>
              <a:rPr lang="fr-FR" sz="2000">
                <a:solidFill>
                  <a:schemeClr val="bg1"/>
                </a:solidFill>
              </a:rPr>
              <a:t>Django </a:t>
            </a:r>
          </a:p>
          <a:p>
            <a:r>
              <a:rPr lang="fr-FR" sz="2000">
                <a:solidFill>
                  <a:schemeClr val="bg1"/>
                </a:solidFill>
              </a:rPr>
              <a:t>PostgreSQL</a:t>
            </a:r>
          </a:p>
          <a:p>
            <a:r>
              <a:rPr lang="fr-FR" sz="2000">
                <a:solidFill>
                  <a:schemeClr val="bg1"/>
                </a:solidFill>
              </a:rPr>
              <a:t>MQTT</a:t>
            </a:r>
          </a:p>
          <a:p>
            <a:r>
              <a:rPr lang="fr-FR" sz="2000">
                <a:solidFill>
                  <a:schemeClr val="bg1"/>
                </a:solidFill>
              </a:rPr>
              <a:t>HiveMQ</a:t>
            </a:r>
          </a:p>
          <a:p>
            <a:r>
              <a:rPr lang="fr-FR" sz="2000">
                <a:solidFill>
                  <a:schemeClr val="bg1"/>
                </a:solidFill>
              </a:rPr>
              <a:t>Ubuntu</a:t>
            </a:r>
          </a:p>
          <a:p>
            <a:r>
              <a:rPr lang="fr-FR" sz="2000">
                <a:solidFill>
                  <a:schemeClr val="bg1"/>
                </a:solidFill>
              </a:rPr>
              <a:t>Nginx</a:t>
            </a:r>
          </a:p>
          <a:p>
            <a:r>
              <a:rPr lang="fr-FR" sz="2000">
                <a:solidFill>
                  <a:schemeClr val="bg1"/>
                </a:solidFill>
              </a:rPr>
              <a:t>Gunicorn</a:t>
            </a:r>
          </a:p>
        </p:txBody>
      </p:sp>
      <p:pic>
        <p:nvPicPr>
          <p:cNvPr id="4" name="Image 3" descr="HiveMQ">
            <a:extLst>
              <a:ext uri="{FF2B5EF4-FFF2-40B4-BE49-F238E27FC236}">
                <a16:creationId xmlns:a16="http://schemas.microsoft.com/office/drawing/2014/main" id="{A78CA7D3-6252-9F3F-C0A1-147A55EE72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9653" y="233582"/>
            <a:ext cx="2971800" cy="2971800"/>
          </a:xfrm>
          <a:prstGeom prst="rect">
            <a:avLst/>
          </a:prstGeom>
        </p:spPr>
      </p:pic>
      <p:pic>
        <p:nvPicPr>
          <p:cNvPr id="7" name="Image 6" descr="PostgreSQL Foreign Data Wrappers | Kentik Blog">
            <a:extLst>
              <a:ext uri="{FF2B5EF4-FFF2-40B4-BE49-F238E27FC236}">
                <a16:creationId xmlns:a16="http://schemas.microsoft.com/office/drawing/2014/main" id="{A8B0A1F8-660B-8CD0-C670-1EF78B9080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7253" y="1277441"/>
            <a:ext cx="2971800" cy="1927941"/>
          </a:xfrm>
          <a:prstGeom prst="rect">
            <a:avLst/>
          </a:prstGeom>
        </p:spPr>
      </p:pic>
      <p:pic>
        <p:nvPicPr>
          <p:cNvPr id="3" name="Image 2" descr="Pourquoi choisir Django framework pour votre développement web ? | HooYia :  Votre partenaire informatique de confiance au Cameroun">
            <a:extLst>
              <a:ext uri="{FF2B5EF4-FFF2-40B4-BE49-F238E27FC236}">
                <a16:creationId xmlns:a16="http://schemas.microsoft.com/office/drawing/2014/main" id="{F7142ED9-6403-FF71-69BB-03BB21AEEF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9653" y="3411753"/>
            <a:ext cx="2971800" cy="1664208"/>
          </a:xfrm>
          <a:prstGeom prst="rect">
            <a:avLst/>
          </a:prstGeom>
        </p:spPr>
      </p:pic>
      <p:pic>
        <p:nvPicPr>
          <p:cNvPr id="8" name="Image 7" descr="Django with PostgreSQL, Nginx, Gunicorn on Ubuntu- CloudSigma">
            <a:extLst>
              <a:ext uri="{FF2B5EF4-FFF2-40B4-BE49-F238E27FC236}">
                <a16:creationId xmlns:a16="http://schemas.microsoft.com/office/drawing/2014/main" id="{D10BA16C-1216-E9E4-9A98-F22B41391B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1453" y="3370612"/>
            <a:ext cx="2971800" cy="1548011"/>
          </a:xfrm>
          <a:prstGeom prst="rect">
            <a:avLst/>
          </a:prstGeom>
        </p:spPr>
      </p:pic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7188D9B-1674-419B-A379-D1632A7EC3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829053" y="0"/>
            <a:ext cx="0" cy="685800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5629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96E4423-36BB-E5D2-0678-9A6AA007C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Fonctionnement de l’application</a:t>
            </a:r>
            <a:br>
              <a:rPr lang="en-US" sz="2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endParaRPr lang="en-US" sz="28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2923E534-CD54-6A7D-8C52-D09B413E8CB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777316" y="1113922"/>
            <a:ext cx="6780700" cy="4627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8551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2111B97A-2FB0-4625-8C2E-CDCB1AF683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83D307E-DF68-43F8-97CE-0AAE950A71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271255" y="-1"/>
            <a:ext cx="7649490" cy="5728133"/>
            <a:chOff x="329184" y="1"/>
            <a:chExt cx="524256" cy="5728133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546E3D2-37BF-4528-9851-2B2F628234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28134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52A0C69-DC4E-4FC0-843C-BAA27B3A56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8ED94938-268E-4C0A-A08A-B3980C78BA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318045"/>
            <a:ext cx="10999072" cy="532513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9631D10-D48E-0D4A-0408-7C095E098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232" y="3801738"/>
            <a:ext cx="10071536" cy="92975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2900"/>
              <a:t>Interface Utilisateur</a:t>
            </a:r>
            <a:br>
              <a:rPr lang="en-US" sz="2900"/>
            </a:br>
            <a:endParaRPr lang="en-US" sz="290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AB3F1E44-14A6-C77F-9C8C-80F61A7001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92" y="1267516"/>
            <a:ext cx="3292790" cy="175341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53BBDC4-90F9-0C21-4083-1279BA8124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7293" y="1267516"/>
            <a:ext cx="3292790" cy="1753410"/>
          </a:xfrm>
          <a:prstGeom prst="rect">
            <a:avLst/>
          </a:prstGeom>
        </p:spPr>
      </p:pic>
      <p:pic>
        <p:nvPicPr>
          <p:cNvPr id="8" name="Espace réservé du contenu 7">
            <a:extLst>
              <a:ext uri="{FF2B5EF4-FFF2-40B4-BE49-F238E27FC236}">
                <a16:creationId xmlns:a16="http://schemas.microsoft.com/office/drawing/2014/main" id="{3485B82E-8A8B-B84F-0B81-68F6D973819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5984" y="1267516"/>
            <a:ext cx="3292790" cy="1753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2074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35A04CF-97D4-4FF7-B359-C546B1F6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1DE7243B-5109-444B-8FAF-7437C66BC0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4421332" cy="6858000"/>
          </a:xfrm>
          <a:custGeom>
            <a:avLst/>
            <a:gdLst>
              <a:gd name="connsiteX0" fmla="*/ 4421332 w 4421332"/>
              <a:gd name="connsiteY0" fmla="*/ 0 h 6858000"/>
              <a:gd name="connsiteX1" fmla="*/ 69075 w 4421332"/>
              <a:gd name="connsiteY1" fmla="*/ 0 h 6858000"/>
              <a:gd name="connsiteX2" fmla="*/ 35131 w 4421332"/>
              <a:gd name="connsiteY2" fmla="*/ 267128 h 6858000"/>
              <a:gd name="connsiteX3" fmla="*/ 0 w 4421332"/>
              <a:gd name="connsiteY3" fmla="*/ 962845 h 6858000"/>
              <a:gd name="connsiteX4" fmla="*/ 3276103 w 4421332"/>
              <a:gd name="connsiteY4" fmla="*/ 6782205 h 6858000"/>
              <a:gd name="connsiteX5" fmla="*/ 3407923 w 4421332"/>
              <a:gd name="connsiteY5" fmla="*/ 6858000 h 6858000"/>
              <a:gd name="connsiteX6" fmla="*/ 4421332 w 4421332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21332" h="6858000">
                <a:moveTo>
                  <a:pt x="4421332" y="0"/>
                </a:moveTo>
                <a:lnTo>
                  <a:pt x="69075" y="0"/>
                </a:lnTo>
                <a:lnTo>
                  <a:pt x="35131" y="267128"/>
                </a:lnTo>
                <a:cubicBezTo>
                  <a:pt x="11901" y="495874"/>
                  <a:pt x="0" y="727970"/>
                  <a:pt x="0" y="962845"/>
                </a:cubicBezTo>
                <a:cubicBezTo>
                  <a:pt x="0" y="3429034"/>
                  <a:pt x="1312002" y="5588789"/>
                  <a:pt x="3276103" y="6782205"/>
                </a:cubicBezTo>
                <a:lnTo>
                  <a:pt x="3407923" y="6858000"/>
                </a:lnTo>
                <a:lnTo>
                  <a:pt x="4421332" y="6858000"/>
                </a:ln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4C5D6221-DA7B-4611-AA26-7D8E349FDE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232227" cy="6858000"/>
          </a:xfrm>
          <a:custGeom>
            <a:avLst/>
            <a:gdLst>
              <a:gd name="connsiteX0" fmla="*/ 0 w 4232227"/>
              <a:gd name="connsiteY0" fmla="*/ 0 h 6858000"/>
              <a:gd name="connsiteX1" fmla="*/ 4161853 w 4232227"/>
              <a:gd name="connsiteY1" fmla="*/ 0 h 6858000"/>
              <a:gd name="connsiteX2" fmla="*/ 4197953 w 4232227"/>
              <a:gd name="connsiteY2" fmla="*/ 284091 h 6858000"/>
              <a:gd name="connsiteX3" fmla="*/ 4232227 w 4232227"/>
              <a:gd name="connsiteY3" fmla="*/ 962844 h 6858000"/>
              <a:gd name="connsiteX4" fmla="*/ 758007 w 4232227"/>
              <a:gd name="connsiteY4" fmla="*/ 6800152 h 6858000"/>
              <a:gd name="connsiteX5" fmla="*/ 645060 w 4232227"/>
              <a:gd name="connsiteY5" fmla="*/ 6858000 h 6858000"/>
              <a:gd name="connsiteX6" fmla="*/ 0 w 423222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232227" h="6858000">
                <a:moveTo>
                  <a:pt x="0" y="0"/>
                </a:moveTo>
                <a:lnTo>
                  <a:pt x="4161853" y="0"/>
                </a:lnTo>
                <a:lnTo>
                  <a:pt x="4197953" y="284091"/>
                </a:lnTo>
                <a:cubicBezTo>
                  <a:pt x="4220617" y="507260"/>
                  <a:pt x="4232227" y="733696"/>
                  <a:pt x="4232227" y="962844"/>
                </a:cubicBezTo>
                <a:cubicBezTo>
                  <a:pt x="4232227" y="3483472"/>
                  <a:pt x="2827409" y="5675986"/>
                  <a:pt x="758007" y="6800152"/>
                </a:cubicBezTo>
                <a:lnTo>
                  <a:pt x="64506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D591741-1CC8-67C2-0C72-9868DEEDB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1412489"/>
            <a:ext cx="2871095" cy="2156621"/>
          </a:xfrm>
        </p:spPr>
        <p:txBody>
          <a:bodyPr anchor="t">
            <a:normAutofit/>
          </a:bodyPr>
          <a:lstStyle/>
          <a:p>
            <a:r>
              <a:rPr lang="fr-FR" sz="3600">
                <a:solidFill>
                  <a:srgbClr val="FFFFFF"/>
                </a:solidFill>
              </a:rPr>
              <a:t>Difficultés rencontrées </a:t>
            </a:r>
          </a:p>
        </p:txBody>
      </p:sp>
      <p:sp>
        <p:nvSpPr>
          <p:cNvPr id="11" name="Espace réservé du contenu 10">
            <a:extLst>
              <a:ext uri="{FF2B5EF4-FFF2-40B4-BE49-F238E27FC236}">
                <a16:creationId xmlns:a16="http://schemas.microsoft.com/office/drawing/2014/main" id="{B9C5CBBB-F433-F5E0-F6EA-D66360890B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98993" y="1412489"/>
            <a:ext cx="2926080" cy="4363844"/>
          </a:xfrm>
        </p:spPr>
        <p:txBody>
          <a:bodyPr>
            <a:normAutofit/>
          </a:bodyPr>
          <a:lstStyle/>
          <a:p>
            <a:r>
              <a:rPr lang="fr-FR" sz="2000" dirty="0"/>
              <a:t>Identifiant manquant</a:t>
            </a:r>
          </a:p>
          <a:p>
            <a:r>
              <a:rPr lang="fr-FR" sz="2000" dirty="0"/>
              <a:t>Git HUB</a:t>
            </a:r>
          </a:p>
          <a:p>
            <a:r>
              <a:rPr lang="fr-FR" sz="2000" dirty="0"/>
              <a:t>Droit Administrateur </a:t>
            </a:r>
          </a:p>
          <a:p>
            <a:r>
              <a:rPr lang="fr-FR" sz="2000" dirty="0"/>
              <a:t>Liens </a:t>
            </a:r>
            <a:r>
              <a:rPr lang="fr-FR" sz="2000" dirty="0" err="1"/>
              <a:t>Highcharts</a:t>
            </a:r>
            <a:r>
              <a:rPr lang="fr-FR" sz="2000" dirty="0"/>
              <a:t> invalides</a:t>
            </a:r>
          </a:p>
        </p:txBody>
      </p:sp>
      <p:sp>
        <p:nvSpPr>
          <p:cNvPr id="12" name="Espace réservé du contenu 11">
            <a:extLst>
              <a:ext uri="{FF2B5EF4-FFF2-40B4-BE49-F238E27FC236}">
                <a16:creationId xmlns:a16="http://schemas.microsoft.com/office/drawing/2014/main" id="{A892E194-5F6B-3C2B-23FB-4AE3E6D933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51604" y="1412489"/>
            <a:ext cx="2926080" cy="4363844"/>
          </a:xfrm>
        </p:spPr>
        <p:txBody>
          <a:bodyPr>
            <a:normAutofit/>
          </a:bodyPr>
          <a:lstStyle/>
          <a:p>
            <a:endParaRPr lang="fr-FR" sz="2000"/>
          </a:p>
        </p:txBody>
      </p:sp>
    </p:spTree>
    <p:extLst>
      <p:ext uri="{BB962C8B-B14F-4D97-AF65-F5344CB8AC3E}">
        <p14:creationId xmlns:p14="http://schemas.microsoft.com/office/powerpoint/2010/main" val="31223753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E7E4CAD-C5F7-49BE-EFF6-94150EEC7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Conclusion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1880FCE9-7ED6-71D1-AE0D-3EEF3A3AD2E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6410892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9078137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616</TotalTime>
  <Words>129</Words>
  <Application>Microsoft Office PowerPoint</Application>
  <PresentationFormat>Grand écran</PresentationFormat>
  <Paragraphs>56</Paragraphs>
  <Slides>10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Thème Office</vt:lpstr>
      <vt:lpstr>Présentation Projet SMACP</vt:lpstr>
      <vt:lpstr>Sommaire </vt:lpstr>
      <vt:lpstr>Contexte / Problématique</vt:lpstr>
      <vt:lpstr>Objectifs du Projet (partie perso)</vt:lpstr>
      <vt:lpstr>Architecture générale </vt:lpstr>
      <vt:lpstr>Technologies utilisées</vt:lpstr>
      <vt:lpstr>Fonctionnement de l’application </vt:lpstr>
      <vt:lpstr>Interface Utilisateur </vt:lpstr>
      <vt:lpstr>Difficultés rencontrées 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Eliott Molard</dc:creator>
  <cp:lastModifiedBy>Eliott Molard</cp:lastModifiedBy>
  <cp:revision>12</cp:revision>
  <dcterms:created xsi:type="dcterms:W3CDTF">2025-12-08T11:25:13Z</dcterms:created>
  <dcterms:modified xsi:type="dcterms:W3CDTF">2026-05-20T12:47:40Z</dcterms:modified>
</cp:coreProperties>
</file>